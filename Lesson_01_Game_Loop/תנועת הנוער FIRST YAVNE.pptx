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3"/>
  </p:notesMasterIdLst>
  <p:sldIdLst>
    <p:sldId id="323" r:id="rId2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943" autoAdjust="0"/>
  </p:normalViewPr>
  <p:slideViewPr>
    <p:cSldViewPr snapToGrid="0">
      <p:cViewPr varScale="1">
        <p:scale>
          <a:sx n="156" d="100"/>
          <a:sy n="156" d="100"/>
        </p:scale>
        <p:origin x="6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D34305-2CC8-4BA9-95FF-9B90244A4E7D}" type="doc">
      <dgm:prSet loTypeId="urn:microsoft.com/office/officeart/2005/8/layout/radial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pPr rtl="1"/>
          <a:endParaRPr lang="he-IL"/>
        </a:p>
      </dgm:t>
    </dgm:pt>
    <dgm:pt modelId="{8722CB6B-8215-4356-B6C1-B63BC97846E1}">
      <dgm:prSet phldrT="[טקסט]" custT="1"/>
      <dgm:spPr>
        <a:solidFill>
          <a:srgbClr val="00B0F0">
            <a:alpha val="50000"/>
          </a:srgbClr>
        </a:solidFill>
      </dgm:spPr>
      <dgm:t>
        <a:bodyPr/>
        <a:lstStyle/>
        <a:p>
          <a:pPr rtl="1"/>
          <a:r>
            <a:rPr lang="en-US" sz="4000" dirty="0"/>
            <a:t>D</a:t>
          </a:r>
          <a:endParaRPr lang="he-IL" sz="4000" dirty="0"/>
        </a:p>
      </dgm:t>
    </dgm:pt>
    <dgm:pt modelId="{2FE5797D-2429-4978-8CCC-CA93949E705A}" type="parTrans" cxnId="{681A59E0-2543-4551-A88F-E056235BBC97}">
      <dgm:prSet/>
      <dgm:spPr/>
      <dgm:t>
        <a:bodyPr/>
        <a:lstStyle/>
        <a:p>
          <a:pPr rtl="1"/>
          <a:endParaRPr lang="he-IL" sz="1050"/>
        </a:p>
      </dgm:t>
    </dgm:pt>
    <dgm:pt modelId="{393400AB-CC5D-40D3-9A7D-4591ACA8E445}" type="sibTrans" cxnId="{681A59E0-2543-4551-A88F-E056235BBC97}">
      <dgm:prSet/>
      <dgm:spPr/>
      <dgm:t>
        <a:bodyPr/>
        <a:lstStyle/>
        <a:p>
          <a:pPr rtl="1"/>
          <a:endParaRPr lang="he-IL" sz="1050"/>
        </a:p>
      </dgm:t>
    </dgm:pt>
    <dgm:pt modelId="{23131A5A-39B0-44CB-BFBF-B8427634C753}">
      <dgm:prSet phldrT="[טקסט]" custT="1"/>
      <dgm:spPr/>
      <dgm:t>
        <a:bodyPr/>
        <a:lstStyle/>
        <a:p>
          <a:pPr rtl="1"/>
          <a:r>
            <a:rPr lang="en-US" sz="4000" dirty="0"/>
            <a:t>G</a:t>
          </a:r>
          <a:endParaRPr lang="he-IL" sz="4000" dirty="0"/>
        </a:p>
      </dgm:t>
    </dgm:pt>
    <dgm:pt modelId="{50B2832B-B768-4F90-9E0A-D4BC6E419CF7}" type="parTrans" cxnId="{6CE258A0-DF1C-44E0-B178-7F4DD262C93B}">
      <dgm:prSet/>
      <dgm:spPr/>
      <dgm:t>
        <a:bodyPr/>
        <a:lstStyle/>
        <a:p>
          <a:pPr rtl="1"/>
          <a:endParaRPr lang="he-IL" sz="1050"/>
        </a:p>
      </dgm:t>
    </dgm:pt>
    <dgm:pt modelId="{FC8C96EC-23C2-4703-96E0-805551714121}" type="sibTrans" cxnId="{6CE258A0-DF1C-44E0-B178-7F4DD262C93B}">
      <dgm:prSet/>
      <dgm:spPr/>
      <dgm:t>
        <a:bodyPr/>
        <a:lstStyle/>
        <a:p>
          <a:pPr rtl="1"/>
          <a:endParaRPr lang="he-IL" sz="1050"/>
        </a:p>
      </dgm:t>
    </dgm:pt>
    <dgm:pt modelId="{90F70BB7-0096-4BCA-9B88-1F0845BF48BD}">
      <dgm:prSet phldrT="[טקסט]" custT="1"/>
      <dgm:spPr/>
      <dgm:t>
        <a:bodyPr/>
        <a:lstStyle/>
        <a:p>
          <a:pPr rtl="1"/>
          <a:r>
            <a:rPr lang="en-US" sz="4000" dirty="0"/>
            <a:t>N</a:t>
          </a:r>
          <a:endParaRPr lang="he-IL" sz="4000" dirty="0"/>
        </a:p>
      </dgm:t>
    </dgm:pt>
    <dgm:pt modelId="{8E6A1925-6A16-42BE-87FD-CACB68E95831}" type="parTrans" cxnId="{AC5A3E54-323D-4A71-A355-CC1E331425BD}">
      <dgm:prSet/>
      <dgm:spPr/>
      <dgm:t>
        <a:bodyPr/>
        <a:lstStyle/>
        <a:p>
          <a:pPr rtl="1"/>
          <a:endParaRPr lang="he-IL" sz="1050"/>
        </a:p>
      </dgm:t>
    </dgm:pt>
    <dgm:pt modelId="{63F11B0B-73F8-439D-A08E-FA7F3F853900}" type="sibTrans" cxnId="{AC5A3E54-323D-4A71-A355-CC1E331425BD}">
      <dgm:prSet/>
      <dgm:spPr/>
      <dgm:t>
        <a:bodyPr/>
        <a:lstStyle/>
        <a:p>
          <a:pPr rtl="1"/>
          <a:endParaRPr lang="he-IL" sz="1050"/>
        </a:p>
      </dgm:t>
    </dgm:pt>
    <dgm:pt modelId="{61C036C5-D64B-4600-B5A0-9DF7FAB640F1}">
      <dgm:prSet phldrT="[טקסט]" custT="1"/>
      <dgm:spPr/>
      <dgm:t>
        <a:bodyPr/>
        <a:lstStyle/>
        <a:p>
          <a:pPr rtl="1"/>
          <a:r>
            <a:rPr lang="en-US" sz="4000" dirty="0"/>
            <a:t>S</a:t>
          </a:r>
          <a:endParaRPr lang="he-IL" sz="4000" dirty="0"/>
        </a:p>
      </dgm:t>
    </dgm:pt>
    <dgm:pt modelId="{F3306A44-08E3-4689-ABCF-17A9736AFD48}" type="parTrans" cxnId="{55C45899-126E-4FF4-A163-9A21D453B25E}">
      <dgm:prSet/>
      <dgm:spPr/>
      <dgm:t>
        <a:bodyPr/>
        <a:lstStyle/>
        <a:p>
          <a:pPr rtl="1"/>
          <a:endParaRPr lang="he-IL" sz="1050"/>
        </a:p>
      </dgm:t>
    </dgm:pt>
    <dgm:pt modelId="{C556B696-DD4D-4ED1-9952-EC827F99B827}" type="sibTrans" cxnId="{55C45899-126E-4FF4-A163-9A21D453B25E}">
      <dgm:prSet/>
      <dgm:spPr/>
      <dgm:t>
        <a:bodyPr/>
        <a:lstStyle/>
        <a:p>
          <a:pPr rtl="1"/>
          <a:endParaRPr lang="he-IL" sz="1050"/>
        </a:p>
      </dgm:t>
    </dgm:pt>
    <dgm:pt modelId="{F330A56B-2DA0-4D12-B241-6969EB8D0251}">
      <dgm:prSet phldrT="[טקסט]" custT="1"/>
      <dgm:spPr/>
      <dgm:t>
        <a:bodyPr/>
        <a:lstStyle/>
        <a:p>
          <a:pPr rtl="1"/>
          <a:r>
            <a:rPr lang="en-US" sz="4000" dirty="0"/>
            <a:t>O</a:t>
          </a:r>
          <a:endParaRPr lang="he-IL" sz="4000" dirty="0"/>
        </a:p>
      </dgm:t>
    </dgm:pt>
    <dgm:pt modelId="{18CECCB7-FF7D-43C0-9CC3-66EEE49D5F19}" type="parTrans" cxnId="{16E7C121-10B7-428A-B88F-1EBBDC6291BB}">
      <dgm:prSet/>
      <dgm:spPr/>
      <dgm:t>
        <a:bodyPr/>
        <a:lstStyle/>
        <a:p>
          <a:pPr rtl="1"/>
          <a:endParaRPr lang="he-IL" sz="1050"/>
        </a:p>
      </dgm:t>
    </dgm:pt>
    <dgm:pt modelId="{ED9FED0A-A0DD-4A6F-9DA0-993A3DA743EE}" type="sibTrans" cxnId="{16E7C121-10B7-428A-B88F-1EBBDC6291BB}">
      <dgm:prSet/>
      <dgm:spPr/>
      <dgm:t>
        <a:bodyPr/>
        <a:lstStyle/>
        <a:p>
          <a:pPr rtl="1"/>
          <a:endParaRPr lang="he-IL" sz="1050"/>
        </a:p>
      </dgm:t>
    </dgm:pt>
    <dgm:pt modelId="{5D3D8200-BBB8-4C54-AF5C-94AA46742FB1}">
      <dgm:prSet phldrT="[טקסט]" custT="1"/>
      <dgm:spPr/>
      <dgm:t>
        <a:bodyPr/>
        <a:lstStyle/>
        <a:p>
          <a:pPr rtl="1"/>
          <a:r>
            <a:rPr lang="en-US" sz="4000" dirty="0"/>
            <a:t>A</a:t>
          </a:r>
          <a:endParaRPr lang="he-IL" sz="4000" dirty="0"/>
        </a:p>
      </dgm:t>
    </dgm:pt>
    <dgm:pt modelId="{CA1B63D6-2185-43E7-A74E-2E106473CE7B}" type="parTrans" cxnId="{590D521C-5EE5-4C95-B1AF-407C166F0123}">
      <dgm:prSet/>
      <dgm:spPr/>
      <dgm:t>
        <a:bodyPr/>
        <a:lstStyle/>
        <a:p>
          <a:pPr rtl="1"/>
          <a:endParaRPr lang="he-IL" sz="1050"/>
        </a:p>
      </dgm:t>
    </dgm:pt>
    <dgm:pt modelId="{FCC75965-1ADD-4B66-9A62-41399C68601A}" type="sibTrans" cxnId="{590D521C-5EE5-4C95-B1AF-407C166F0123}">
      <dgm:prSet/>
      <dgm:spPr/>
      <dgm:t>
        <a:bodyPr/>
        <a:lstStyle/>
        <a:p>
          <a:pPr rtl="1"/>
          <a:endParaRPr lang="he-IL" sz="1050"/>
        </a:p>
      </dgm:t>
    </dgm:pt>
    <dgm:pt modelId="{F7A07199-AF9C-481C-99E0-7E6F5E48F50E}">
      <dgm:prSet phldrT="[טקסט]" custT="1"/>
      <dgm:spPr>
        <a:noFill/>
        <a:ln>
          <a:solidFill>
            <a:schemeClr val="tx1"/>
          </a:solidFill>
        </a:ln>
      </dgm:spPr>
      <dgm:t>
        <a:bodyPr/>
        <a:lstStyle/>
        <a:p>
          <a:pPr rtl="1"/>
          <a:endParaRPr lang="he-IL" sz="3200" dirty="0"/>
        </a:p>
      </dgm:t>
    </dgm:pt>
    <dgm:pt modelId="{B8D74C6A-161D-48B8-BED6-8C78600E8620}" type="sibTrans" cxnId="{D8B21D1D-FDCA-4D44-8AEA-1976ABA4ACF6}">
      <dgm:prSet/>
      <dgm:spPr/>
      <dgm:t>
        <a:bodyPr/>
        <a:lstStyle/>
        <a:p>
          <a:pPr rtl="1"/>
          <a:endParaRPr lang="he-IL" sz="1050"/>
        </a:p>
      </dgm:t>
    </dgm:pt>
    <dgm:pt modelId="{494FE5BB-3CF4-43B1-9F5B-B172E1B66CE8}" type="parTrans" cxnId="{D8B21D1D-FDCA-4D44-8AEA-1976ABA4ACF6}">
      <dgm:prSet/>
      <dgm:spPr/>
      <dgm:t>
        <a:bodyPr/>
        <a:lstStyle/>
        <a:p>
          <a:pPr rtl="1"/>
          <a:endParaRPr lang="he-IL" sz="1050"/>
        </a:p>
      </dgm:t>
    </dgm:pt>
    <dgm:pt modelId="{23350171-E124-4B12-8228-A6E82EC8572C}">
      <dgm:prSet phldrT="[טקסט]" custScaleX="88439" custScaleY="83720" custLinFactNeighborX="7696" custLinFactNeighborY="-5296"/>
      <dgm:spPr>
        <a:noFill/>
        <a:ln>
          <a:solidFill>
            <a:schemeClr val="tx1"/>
          </a:solidFill>
        </a:ln>
      </dgm:spPr>
      <dgm:t>
        <a:bodyPr/>
        <a:lstStyle/>
        <a:p>
          <a:pPr rtl="1"/>
          <a:endParaRPr lang="he-IL" dirty="0"/>
        </a:p>
      </dgm:t>
    </dgm:pt>
    <dgm:pt modelId="{03750DC9-D06B-44B1-9EDD-B60F9073DF7E}" type="parTrans" cxnId="{B1659E2C-B85F-4DF6-9C10-ED8B79031680}">
      <dgm:prSet/>
      <dgm:spPr/>
      <dgm:t>
        <a:bodyPr/>
        <a:lstStyle/>
        <a:p>
          <a:pPr rtl="1"/>
          <a:endParaRPr lang="he-IL"/>
        </a:p>
      </dgm:t>
    </dgm:pt>
    <dgm:pt modelId="{78900C41-6D6A-4483-BF98-72123681F61E}" type="sibTrans" cxnId="{B1659E2C-B85F-4DF6-9C10-ED8B79031680}">
      <dgm:prSet/>
      <dgm:spPr/>
      <dgm:t>
        <a:bodyPr/>
        <a:lstStyle/>
        <a:p>
          <a:pPr rtl="1"/>
          <a:endParaRPr lang="he-IL"/>
        </a:p>
      </dgm:t>
    </dgm:pt>
    <dgm:pt modelId="{383A8394-A9F3-4A69-A5EC-2D09CA5662C7}">
      <dgm:prSet phldrT="[טקסט]" custScaleX="88439" custScaleY="83720" custLinFactNeighborX="7696" custLinFactNeighborY="-5296"/>
      <dgm:spPr>
        <a:noFill/>
        <a:ln>
          <a:solidFill>
            <a:schemeClr val="tx1"/>
          </a:solidFill>
        </a:ln>
      </dgm:spPr>
      <dgm:t>
        <a:bodyPr/>
        <a:lstStyle/>
        <a:p>
          <a:pPr rtl="1"/>
          <a:endParaRPr lang="he-IL" dirty="0"/>
        </a:p>
      </dgm:t>
    </dgm:pt>
    <dgm:pt modelId="{8E56ADAA-D557-4853-A8D7-E227B5C1A9B5}" type="parTrans" cxnId="{D5907B03-EE17-4684-914F-AADAE909A7B3}">
      <dgm:prSet/>
      <dgm:spPr/>
      <dgm:t>
        <a:bodyPr/>
        <a:lstStyle/>
        <a:p>
          <a:pPr rtl="1"/>
          <a:endParaRPr lang="he-IL"/>
        </a:p>
      </dgm:t>
    </dgm:pt>
    <dgm:pt modelId="{01156EB7-FE22-40BC-ACF0-F064A8792364}" type="sibTrans" cxnId="{D5907B03-EE17-4684-914F-AADAE909A7B3}">
      <dgm:prSet/>
      <dgm:spPr/>
      <dgm:t>
        <a:bodyPr/>
        <a:lstStyle/>
        <a:p>
          <a:pPr rtl="1"/>
          <a:endParaRPr lang="he-IL"/>
        </a:p>
      </dgm:t>
    </dgm:pt>
    <dgm:pt modelId="{1CFEB9DA-DC03-486D-924C-E121144865E1}" type="pres">
      <dgm:prSet presAssocID="{62D34305-2CC8-4BA9-95FF-9B90244A4E7D}" presName="composite" presStyleCnt="0">
        <dgm:presLayoutVars>
          <dgm:chMax val="1"/>
          <dgm:dir/>
          <dgm:resizeHandles val="exact"/>
        </dgm:presLayoutVars>
      </dgm:prSet>
      <dgm:spPr/>
    </dgm:pt>
    <dgm:pt modelId="{1492847A-6BBB-4F71-8750-099F884A286D}" type="pres">
      <dgm:prSet presAssocID="{62D34305-2CC8-4BA9-95FF-9B90244A4E7D}" presName="radial" presStyleCnt="0">
        <dgm:presLayoutVars>
          <dgm:animLvl val="ctr"/>
        </dgm:presLayoutVars>
      </dgm:prSet>
      <dgm:spPr/>
    </dgm:pt>
    <dgm:pt modelId="{191B3EC0-0A1D-4B31-A499-CFB9DE30C6E5}" type="pres">
      <dgm:prSet presAssocID="{F7A07199-AF9C-481C-99E0-7E6F5E48F50E}" presName="centerShape" presStyleLbl="vennNode1" presStyleIdx="0" presStyleCnt="7" custScaleX="88439" custScaleY="83720" custLinFactNeighborX="8395" custLinFactNeighborY="-4941"/>
      <dgm:spPr/>
    </dgm:pt>
    <dgm:pt modelId="{6AB94D4A-E201-4F59-B395-694B0AD44170}" type="pres">
      <dgm:prSet presAssocID="{8722CB6B-8215-4356-B6C1-B63BC97846E1}" presName="node" presStyleLbl="vennNode1" presStyleIdx="1" presStyleCnt="7" custScaleX="58439" custScaleY="52903" custRadScaleRad="76240" custRadScaleInc="20363">
        <dgm:presLayoutVars>
          <dgm:bulletEnabled val="1"/>
        </dgm:presLayoutVars>
      </dgm:prSet>
      <dgm:spPr/>
    </dgm:pt>
    <dgm:pt modelId="{61990B2F-215F-4C52-915F-66FB46E5EF7B}" type="pres">
      <dgm:prSet presAssocID="{F330A56B-2DA0-4D12-B241-6969EB8D0251}" presName="node" presStyleLbl="vennNode1" presStyleIdx="2" presStyleCnt="7" custScaleX="58439" custScaleY="52903" custRadScaleRad="96275" custRadScaleInc="-2377">
        <dgm:presLayoutVars>
          <dgm:bulletEnabled val="1"/>
        </dgm:presLayoutVars>
      </dgm:prSet>
      <dgm:spPr/>
    </dgm:pt>
    <dgm:pt modelId="{71338E2F-3F54-4106-AC9E-C515A92D05C8}" type="pres">
      <dgm:prSet presAssocID="{5D3D8200-BBB8-4C54-AF5C-94AA46742FB1}" presName="node" presStyleLbl="vennNode1" presStyleIdx="3" presStyleCnt="7" custScaleX="58439" custScaleY="52903" custRadScaleRad="86798" custRadScaleInc="-13818">
        <dgm:presLayoutVars>
          <dgm:bulletEnabled val="1"/>
        </dgm:presLayoutVars>
      </dgm:prSet>
      <dgm:spPr/>
    </dgm:pt>
    <dgm:pt modelId="{C9E299C1-8EEE-4B48-9C92-17174A8660CC}" type="pres">
      <dgm:prSet presAssocID="{23131A5A-39B0-44CB-BFBF-B8427634C753}" presName="node" presStyleLbl="vennNode1" presStyleIdx="4" presStyleCnt="7" custScaleX="58439" custScaleY="52903" custRadScaleRad="61723" custRadScaleInc="-21359">
        <dgm:presLayoutVars>
          <dgm:bulletEnabled val="1"/>
        </dgm:presLayoutVars>
      </dgm:prSet>
      <dgm:spPr/>
    </dgm:pt>
    <dgm:pt modelId="{85A184DC-F0E1-478C-A3BD-A8818C0A2E4C}" type="pres">
      <dgm:prSet presAssocID="{90F70BB7-0096-4BCA-9B88-1F0845BF48BD}" presName="node" presStyleLbl="vennNode1" presStyleIdx="5" presStyleCnt="7" custScaleX="58439" custScaleY="52903" custRadScaleRad="58066" custRadScaleInc="10583">
        <dgm:presLayoutVars>
          <dgm:bulletEnabled val="1"/>
        </dgm:presLayoutVars>
      </dgm:prSet>
      <dgm:spPr/>
    </dgm:pt>
    <dgm:pt modelId="{39B7C23B-5D2C-48D3-A7F9-C7D9B0055FA5}" type="pres">
      <dgm:prSet presAssocID="{61C036C5-D64B-4600-B5A0-9DF7FAB640F1}" presName="node" presStyleLbl="vennNode1" presStyleIdx="6" presStyleCnt="7" custScaleX="58439" custScaleY="52903" custRadScaleRad="70484" custRadScaleInc="14202">
        <dgm:presLayoutVars>
          <dgm:bulletEnabled val="1"/>
        </dgm:presLayoutVars>
      </dgm:prSet>
      <dgm:spPr/>
    </dgm:pt>
  </dgm:ptLst>
  <dgm:cxnLst>
    <dgm:cxn modelId="{D5907B03-EE17-4684-914F-AADAE909A7B3}" srcId="{62D34305-2CC8-4BA9-95FF-9B90244A4E7D}" destId="{383A8394-A9F3-4A69-A5EC-2D09CA5662C7}" srcOrd="1" destOrd="0" parTransId="{8E56ADAA-D557-4853-A8D7-E227B5C1A9B5}" sibTransId="{01156EB7-FE22-40BC-ACF0-F064A8792364}"/>
    <dgm:cxn modelId="{590D521C-5EE5-4C95-B1AF-407C166F0123}" srcId="{F7A07199-AF9C-481C-99E0-7E6F5E48F50E}" destId="{5D3D8200-BBB8-4C54-AF5C-94AA46742FB1}" srcOrd="2" destOrd="0" parTransId="{CA1B63D6-2185-43E7-A74E-2E106473CE7B}" sibTransId="{FCC75965-1ADD-4B66-9A62-41399C68601A}"/>
    <dgm:cxn modelId="{D8B21D1D-FDCA-4D44-8AEA-1976ABA4ACF6}" srcId="{62D34305-2CC8-4BA9-95FF-9B90244A4E7D}" destId="{F7A07199-AF9C-481C-99E0-7E6F5E48F50E}" srcOrd="0" destOrd="0" parTransId="{494FE5BB-3CF4-43B1-9F5B-B172E1B66CE8}" sibTransId="{B8D74C6A-161D-48B8-BED6-8C78600E8620}"/>
    <dgm:cxn modelId="{16E7C121-10B7-428A-B88F-1EBBDC6291BB}" srcId="{F7A07199-AF9C-481C-99E0-7E6F5E48F50E}" destId="{F330A56B-2DA0-4D12-B241-6969EB8D0251}" srcOrd="1" destOrd="0" parTransId="{18CECCB7-FF7D-43C0-9CC3-66EEE49D5F19}" sibTransId="{ED9FED0A-A0DD-4A6F-9DA0-993A3DA743EE}"/>
    <dgm:cxn modelId="{B1659E2C-B85F-4DF6-9C10-ED8B79031680}" srcId="{62D34305-2CC8-4BA9-95FF-9B90244A4E7D}" destId="{23350171-E124-4B12-8228-A6E82EC8572C}" srcOrd="2" destOrd="0" parTransId="{03750DC9-D06B-44B1-9EDD-B60F9073DF7E}" sibTransId="{78900C41-6D6A-4483-BF98-72123681F61E}"/>
    <dgm:cxn modelId="{AC5A3E54-323D-4A71-A355-CC1E331425BD}" srcId="{F7A07199-AF9C-481C-99E0-7E6F5E48F50E}" destId="{90F70BB7-0096-4BCA-9B88-1F0845BF48BD}" srcOrd="4" destOrd="0" parTransId="{8E6A1925-6A16-42BE-87FD-CACB68E95831}" sibTransId="{63F11B0B-73F8-439D-A08E-FA7F3F853900}"/>
    <dgm:cxn modelId="{2E48E581-480D-4AA5-8D8F-409AAA9895C8}" type="presOf" srcId="{F7A07199-AF9C-481C-99E0-7E6F5E48F50E}" destId="{191B3EC0-0A1D-4B31-A499-CFB9DE30C6E5}" srcOrd="0" destOrd="0" presId="urn:microsoft.com/office/officeart/2005/8/layout/radial3"/>
    <dgm:cxn modelId="{55C45899-126E-4FF4-A163-9A21D453B25E}" srcId="{F7A07199-AF9C-481C-99E0-7E6F5E48F50E}" destId="{61C036C5-D64B-4600-B5A0-9DF7FAB640F1}" srcOrd="5" destOrd="0" parTransId="{F3306A44-08E3-4689-ABCF-17A9736AFD48}" sibTransId="{C556B696-DD4D-4ED1-9952-EC827F99B827}"/>
    <dgm:cxn modelId="{6CE258A0-DF1C-44E0-B178-7F4DD262C93B}" srcId="{F7A07199-AF9C-481C-99E0-7E6F5E48F50E}" destId="{23131A5A-39B0-44CB-BFBF-B8427634C753}" srcOrd="3" destOrd="0" parTransId="{50B2832B-B768-4F90-9E0A-D4BC6E419CF7}" sibTransId="{FC8C96EC-23C2-4703-96E0-805551714121}"/>
    <dgm:cxn modelId="{3AEDC6B3-58EB-49C7-807D-71FE438DB205}" type="presOf" srcId="{5D3D8200-BBB8-4C54-AF5C-94AA46742FB1}" destId="{71338E2F-3F54-4106-AC9E-C515A92D05C8}" srcOrd="0" destOrd="0" presId="urn:microsoft.com/office/officeart/2005/8/layout/radial3"/>
    <dgm:cxn modelId="{91DC37C0-C0AB-452E-88DF-FBD42CCC0EE9}" type="presOf" srcId="{62D34305-2CC8-4BA9-95FF-9B90244A4E7D}" destId="{1CFEB9DA-DC03-486D-924C-E121144865E1}" srcOrd="0" destOrd="0" presId="urn:microsoft.com/office/officeart/2005/8/layout/radial3"/>
    <dgm:cxn modelId="{6F179EC1-AABB-41A1-9311-AC096783579B}" type="presOf" srcId="{90F70BB7-0096-4BCA-9B88-1F0845BF48BD}" destId="{85A184DC-F0E1-478C-A3BD-A8818C0A2E4C}" srcOrd="0" destOrd="0" presId="urn:microsoft.com/office/officeart/2005/8/layout/radial3"/>
    <dgm:cxn modelId="{B75DCED6-C784-43F5-B364-0C55A6EDA0CD}" type="presOf" srcId="{8722CB6B-8215-4356-B6C1-B63BC97846E1}" destId="{6AB94D4A-E201-4F59-B395-694B0AD44170}" srcOrd="0" destOrd="0" presId="urn:microsoft.com/office/officeart/2005/8/layout/radial3"/>
    <dgm:cxn modelId="{3AAA35D7-FBDA-41C0-AD2F-280B522022DF}" type="presOf" srcId="{F330A56B-2DA0-4D12-B241-6969EB8D0251}" destId="{61990B2F-215F-4C52-915F-66FB46E5EF7B}" srcOrd="0" destOrd="0" presId="urn:microsoft.com/office/officeart/2005/8/layout/radial3"/>
    <dgm:cxn modelId="{681A59E0-2543-4551-A88F-E056235BBC97}" srcId="{F7A07199-AF9C-481C-99E0-7E6F5E48F50E}" destId="{8722CB6B-8215-4356-B6C1-B63BC97846E1}" srcOrd="0" destOrd="0" parTransId="{2FE5797D-2429-4978-8CCC-CA93949E705A}" sibTransId="{393400AB-CC5D-40D3-9A7D-4591ACA8E445}"/>
    <dgm:cxn modelId="{CB8D16F4-BDC4-42ED-BB0F-9A52E05DB587}" type="presOf" srcId="{23131A5A-39B0-44CB-BFBF-B8427634C753}" destId="{C9E299C1-8EEE-4B48-9C92-17174A8660CC}" srcOrd="0" destOrd="0" presId="urn:microsoft.com/office/officeart/2005/8/layout/radial3"/>
    <dgm:cxn modelId="{E613D3F9-0D4C-4EE5-BC53-1F2FDDFEEDB6}" type="presOf" srcId="{61C036C5-D64B-4600-B5A0-9DF7FAB640F1}" destId="{39B7C23B-5D2C-48D3-A7F9-C7D9B0055FA5}" srcOrd="0" destOrd="0" presId="urn:microsoft.com/office/officeart/2005/8/layout/radial3"/>
    <dgm:cxn modelId="{91B1A967-4FFA-491A-8BBC-0EF8C112AF26}" type="presParOf" srcId="{1CFEB9DA-DC03-486D-924C-E121144865E1}" destId="{1492847A-6BBB-4F71-8750-099F884A286D}" srcOrd="0" destOrd="0" presId="urn:microsoft.com/office/officeart/2005/8/layout/radial3"/>
    <dgm:cxn modelId="{0D767477-5268-4592-A7E3-68DF4FA1F6B4}" type="presParOf" srcId="{1492847A-6BBB-4F71-8750-099F884A286D}" destId="{191B3EC0-0A1D-4B31-A499-CFB9DE30C6E5}" srcOrd="0" destOrd="0" presId="urn:microsoft.com/office/officeart/2005/8/layout/radial3"/>
    <dgm:cxn modelId="{2475541D-9AC6-48E3-AEC2-3142D1C34331}" type="presParOf" srcId="{1492847A-6BBB-4F71-8750-099F884A286D}" destId="{6AB94D4A-E201-4F59-B395-694B0AD44170}" srcOrd="1" destOrd="0" presId="urn:microsoft.com/office/officeart/2005/8/layout/radial3"/>
    <dgm:cxn modelId="{0E8DDA1B-086C-46B0-9B9F-97F79EE0B27C}" type="presParOf" srcId="{1492847A-6BBB-4F71-8750-099F884A286D}" destId="{61990B2F-215F-4C52-915F-66FB46E5EF7B}" srcOrd="2" destOrd="0" presId="urn:microsoft.com/office/officeart/2005/8/layout/radial3"/>
    <dgm:cxn modelId="{89A310E2-4BCF-4C05-856B-876AC1E13A68}" type="presParOf" srcId="{1492847A-6BBB-4F71-8750-099F884A286D}" destId="{71338E2F-3F54-4106-AC9E-C515A92D05C8}" srcOrd="3" destOrd="0" presId="urn:microsoft.com/office/officeart/2005/8/layout/radial3"/>
    <dgm:cxn modelId="{07FBC232-8ACA-4636-9F88-1C652A095AC9}" type="presParOf" srcId="{1492847A-6BBB-4F71-8750-099F884A286D}" destId="{C9E299C1-8EEE-4B48-9C92-17174A8660CC}" srcOrd="4" destOrd="0" presId="urn:microsoft.com/office/officeart/2005/8/layout/radial3"/>
    <dgm:cxn modelId="{E10E47AF-88D1-4F86-86B4-29F4FC70D17F}" type="presParOf" srcId="{1492847A-6BBB-4F71-8750-099F884A286D}" destId="{85A184DC-F0E1-478C-A3BD-A8818C0A2E4C}" srcOrd="5" destOrd="0" presId="urn:microsoft.com/office/officeart/2005/8/layout/radial3"/>
    <dgm:cxn modelId="{0E2B2A6C-5D9A-40D2-9E56-700CA74C034B}" type="presParOf" srcId="{1492847A-6BBB-4F71-8750-099F884A286D}" destId="{39B7C23B-5D2C-48D3-A7F9-C7D9B0055FA5}" srcOrd="6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D34305-2CC8-4BA9-95FF-9B90244A4E7D}" type="doc">
      <dgm:prSet loTypeId="urn:microsoft.com/office/officeart/2005/8/layout/radial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pPr rtl="1"/>
          <a:endParaRPr lang="he-IL"/>
        </a:p>
      </dgm:t>
    </dgm:pt>
    <dgm:pt modelId="{8722CB6B-8215-4356-B6C1-B63BC97846E1}">
      <dgm:prSet phldrT="[טקסט]" custT="1"/>
      <dgm:spPr>
        <a:solidFill>
          <a:srgbClr val="00B0F0">
            <a:alpha val="50000"/>
          </a:srgbClr>
        </a:solidFill>
      </dgm:spPr>
      <dgm:t>
        <a:bodyPr/>
        <a:lstStyle/>
        <a:p>
          <a:pPr rtl="1"/>
          <a:r>
            <a:rPr lang="en-US" sz="4000" dirty="0"/>
            <a:t>D</a:t>
          </a:r>
          <a:endParaRPr lang="he-IL" sz="4000" dirty="0"/>
        </a:p>
      </dgm:t>
    </dgm:pt>
    <dgm:pt modelId="{2FE5797D-2429-4978-8CCC-CA93949E705A}" type="parTrans" cxnId="{681A59E0-2543-4551-A88F-E056235BBC97}">
      <dgm:prSet/>
      <dgm:spPr/>
      <dgm:t>
        <a:bodyPr/>
        <a:lstStyle/>
        <a:p>
          <a:pPr rtl="1"/>
          <a:endParaRPr lang="he-IL" sz="1050"/>
        </a:p>
      </dgm:t>
    </dgm:pt>
    <dgm:pt modelId="{393400AB-CC5D-40D3-9A7D-4591ACA8E445}" type="sibTrans" cxnId="{681A59E0-2543-4551-A88F-E056235BBC97}">
      <dgm:prSet/>
      <dgm:spPr/>
      <dgm:t>
        <a:bodyPr/>
        <a:lstStyle/>
        <a:p>
          <a:pPr rtl="1"/>
          <a:endParaRPr lang="he-IL" sz="1050"/>
        </a:p>
      </dgm:t>
    </dgm:pt>
    <dgm:pt modelId="{23131A5A-39B0-44CB-BFBF-B8427634C753}">
      <dgm:prSet phldrT="[טקסט]" custT="1"/>
      <dgm:spPr/>
      <dgm:t>
        <a:bodyPr/>
        <a:lstStyle/>
        <a:p>
          <a:pPr rtl="1"/>
          <a:r>
            <a:rPr lang="en-US" sz="4000" dirty="0"/>
            <a:t>G</a:t>
          </a:r>
          <a:endParaRPr lang="he-IL" sz="4000" dirty="0"/>
        </a:p>
      </dgm:t>
    </dgm:pt>
    <dgm:pt modelId="{50B2832B-B768-4F90-9E0A-D4BC6E419CF7}" type="parTrans" cxnId="{6CE258A0-DF1C-44E0-B178-7F4DD262C93B}">
      <dgm:prSet/>
      <dgm:spPr/>
      <dgm:t>
        <a:bodyPr/>
        <a:lstStyle/>
        <a:p>
          <a:pPr rtl="1"/>
          <a:endParaRPr lang="he-IL" sz="1050"/>
        </a:p>
      </dgm:t>
    </dgm:pt>
    <dgm:pt modelId="{FC8C96EC-23C2-4703-96E0-805551714121}" type="sibTrans" cxnId="{6CE258A0-DF1C-44E0-B178-7F4DD262C93B}">
      <dgm:prSet/>
      <dgm:spPr/>
      <dgm:t>
        <a:bodyPr/>
        <a:lstStyle/>
        <a:p>
          <a:pPr rtl="1"/>
          <a:endParaRPr lang="he-IL" sz="1050"/>
        </a:p>
      </dgm:t>
    </dgm:pt>
    <dgm:pt modelId="{90F70BB7-0096-4BCA-9B88-1F0845BF48BD}">
      <dgm:prSet phldrT="[טקסט]" custT="1"/>
      <dgm:spPr/>
      <dgm:t>
        <a:bodyPr/>
        <a:lstStyle/>
        <a:p>
          <a:pPr rtl="1"/>
          <a:r>
            <a:rPr lang="en-US" sz="4000" dirty="0"/>
            <a:t>N</a:t>
          </a:r>
          <a:endParaRPr lang="he-IL" sz="4000" dirty="0"/>
        </a:p>
      </dgm:t>
    </dgm:pt>
    <dgm:pt modelId="{8E6A1925-6A16-42BE-87FD-CACB68E95831}" type="parTrans" cxnId="{AC5A3E54-323D-4A71-A355-CC1E331425BD}">
      <dgm:prSet/>
      <dgm:spPr/>
      <dgm:t>
        <a:bodyPr/>
        <a:lstStyle/>
        <a:p>
          <a:pPr rtl="1"/>
          <a:endParaRPr lang="he-IL" sz="1050"/>
        </a:p>
      </dgm:t>
    </dgm:pt>
    <dgm:pt modelId="{63F11B0B-73F8-439D-A08E-FA7F3F853900}" type="sibTrans" cxnId="{AC5A3E54-323D-4A71-A355-CC1E331425BD}">
      <dgm:prSet/>
      <dgm:spPr/>
      <dgm:t>
        <a:bodyPr/>
        <a:lstStyle/>
        <a:p>
          <a:pPr rtl="1"/>
          <a:endParaRPr lang="he-IL" sz="1050"/>
        </a:p>
      </dgm:t>
    </dgm:pt>
    <dgm:pt modelId="{61C036C5-D64B-4600-B5A0-9DF7FAB640F1}">
      <dgm:prSet phldrT="[טקסט]" custT="1"/>
      <dgm:spPr/>
      <dgm:t>
        <a:bodyPr/>
        <a:lstStyle/>
        <a:p>
          <a:pPr rtl="1"/>
          <a:r>
            <a:rPr lang="en-US" sz="4000" dirty="0"/>
            <a:t>S</a:t>
          </a:r>
          <a:endParaRPr lang="he-IL" sz="4000" dirty="0"/>
        </a:p>
      </dgm:t>
    </dgm:pt>
    <dgm:pt modelId="{F3306A44-08E3-4689-ABCF-17A9736AFD48}" type="parTrans" cxnId="{55C45899-126E-4FF4-A163-9A21D453B25E}">
      <dgm:prSet/>
      <dgm:spPr/>
      <dgm:t>
        <a:bodyPr/>
        <a:lstStyle/>
        <a:p>
          <a:pPr rtl="1"/>
          <a:endParaRPr lang="he-IL" sz="1050"/>
        </a:p>
      </dgm:t>
    </dgm:pt>
    <dgm:pt modelId="{C556B696-DD4D-4ED1-9952-EC827F99B827}" type="sibTrans" cxnId="{55C45899-126E-4FF4-A163-9A21D453B25E}">
      <dgm:prSet/>
      <dgm:spPr/>
      <dgm:t>
        <a:bodyPr/>
        <a:lstStyle/>
        <a:p>
          <a:pPr rtl="1"/>
          <a:endParaRPr lang="he-IL" sz="1050"/>
        </a:p>
      </dgm:t>
    </dgm:pt>
    <dgm:pt modelId="{F330A56B-2DA0-4D12-B241-6969EB8D0251}">
      <dgm:prSet phldrT="[טקסט]" custT="1"/>
      <dgm:spPr/>
      <dgm:t>
        <a:bodyPr/>
        <a:lstStyle/>
        <a:p>
          <a:pPr rtl="1"/>
          <a:r>
            <a:rPr lang="en-US" sz="4000" dirty="0"/>
            <a:t>O</a:t>
          </a:r>
          <a:endParaRPr lang="he-IL" sz="4000" dirty="0"/>
        </a:p>
      </dgm:t>
    </dgm:pt>
    <dgm:pt modelId="{18CECCB7-FF7D-43C0-9CC3-66EEE49D5F19}" type="parTrans" cxnId="{16E7C121-10B7-428A-B88F-1EBBDC6291BB}">
      <dgm:prSet/>
      <dgm:spPr/>
      <dgm:t>
        <a:bodyPr/>
        <a:lstStyle/>
        <a:p>
          <a:pPr rtl="1"/>
          <a:endParaRPr lang="he-IL" sz="1050"/>
        </a:p>
      </dgm:t>
    </dgm:pt>
    <dgm:pt modelId="{ED9FED0A-A0DD-4A6F-9DA0-993A3DA743EE}" type="sibTrans" cxnId="{16E7C121-10B7-428A-B88F-1EBBDC6291BB}">
      <dgm:prSet/>
      <dgm:spPr/>
      <dgm:t>
        <a:bodyPr/>
        <a:lstStyle/>
        <a:p>
          <a:pPr rtl="1"/>
          <a:endParaRPr lang="he-IL" sz="1050"/>
        </a:p>
      </dgm:t>
    </dgm:pt>
    <dgm:pt modelId="{5D3D8200-BBB8-4C54-AF5C-94AA46742FB1}">
      <dgm:prSet phldrT="[טקסט]" custT="1"/>
      <dgm:spPr/>
      <dgm:t>
        <a:bodyPr/>
        <a:lstStyle/>
        <a:p>
          <a:pPr rtl="1"/>
          <a:r>
            <a:rPr lang="en-US" sz="4000" dirty="0"/>
            <a:t>A</a:t>
          </a:r>
          <a:endParaRPr lang="he-IL" sz="4000" dirty="0"/>
        </a:p>
      </dgm:t>
    </dgm:pt>
    <dgm:pt modelId="{CA1B63D6-2185-43E7-A74E-2E106473CE7B}" type="parTrans" cxnId="{590D521C-5EE5-4C95-B1AF-407C166F0123}">
      <dgm:prSet/>
      <dgm:spPr/>
      <dgm:t>
        <a:bodyPr/>
        <a:lstStyle/>
        <a:p>
          <a:pPr rtl="1"/>
          <a:endParaRPr lang="he-IL" sz="1050"/>
        </a:p>
      </dgm:t>
    </dgm:pt>
    <dgm:pt modelId="{FCC75965-1ADD-4B66-9A62-41399C68601A}" type="sibTrans" cxnId="{590D521C-5EE5-4C95-B1AF-407C166F0123}">
      <dgm:prSet/>
      <dgm:spPr/>
      <dgm:t>
        <a:bodyPr/>
        <a:lstStyle/>
        <a:p>
          <a:pPr rtl="1"/>
          <a:endParaRPr lang="he-IL" sz="1050"/>
        </a:p>
      </dgm:t>
    </dgm:pt>
    <dgm:pt modelId="{F7A07199-AF9C-481C-99E0-7E6F5E48F50E}">
      <dgm:prSet phldrT="[טקסט]" custT="1"/>
      <dgm:spPr>
        <a:noFill/>
        <a:ln>
          <a:solidFill>
            <a:schemeClr val="tx1"/>
          </a:solidFill>
        </a:ln>
      </dgm:spPr>
      <dgm:t>
        <a:bodyPr/>
        <a:lstStyle/>
        <a:p>
          <a:pPr rtl="1"/>
          <a:endParaRPr lang="he-IL" sz="3200" dirty="0"/>
        </a:p>
      </dgm:t>
    </dgm:pt>
    <dgm:pt modelId="{B8D74C6A-161D-48B8-BED6-8C78600E8620}" type="sibTrans" cxnId="{D8B21D1D-FDCA-4D44-8AEA-1976ABA4ACF6}">
      <dgm:prSet/>
      <dgm:spPr/>
      <dgm:t>
        <a:bodyPr/>
        <a:lstStyle/>
        <a:p>
          <a:pPr rtl="1"/>
          <a:endParaRPr lang="he-IL" sz="1050"/>
        </a:p>
      </dgm:t>
    </dgm:pt>
    <dgm:pt modelId="{494FE5BB-3CF4-43B1-9F5B-B172E1B66CE8}" type="parTrans" cxnId="{D8B21D1D-FDCA-4D44-8AEA-1976ABA4ACF6}">
      <dgm:prSet/>
      <dgm:spPr/>
      <dgm:t>
        <a:bodyPr/>
        <a:lstStyle/>
        <a:p>
          <a:pPr rtl="1"/>
          <a:endParaRPr lang="he-IL" sz="1050"/>
        </a:p>
      </dgm:t>
    </dgm:pt>
    <dgm:pt modelId="{23350171-E124-4B12-8228-A6E82EC8572C}">
      <dgm:prSet phldrT="[טקסט]" custScaleX="88439" custScaleY="83720" custLinFactNeighborX="7696" custLinFactNeighborY="-5296"/>
      <dgm:spPr>
        <a:noFill/>
        <a:ln>
          <a:solidFill>
            <a:schemeClr val="tx1"/>
          </a:solidFill>
        </a:ln>
      </dgm:spPr>
      <dgm:t>
        <a:bodyPr/>
        <a:lstStyle/>
        <a:p>
          <a:pPr rtl="1"/>
          <a:endParaRPr lang="he-IL" dirty="0"/>
        </a:p>
      </dgm:t>
    </dgm:pt>
    <dgm:pt modelId="{03750DC9-D06B-44B1-9EDD-B60F9073DF7E}" type="parTrans" cxnId="{B1659E2C-B85F-4DF6-9C10-ED8B79031680}">
      <dgm:prSet/>
      <dgm:spPr/>
      <dgm:t>
        <a:bodyPr/>
        <a:lstStyle/>
        <a:p>
          <a:pPr rtl="1"/>
          <a:endParaRPr lang="he-IL"/>
        </a:p>
      </dgm:t>
    </dgm:pt>
    <dgm:pt modelId="{78900C41-6D6A-4483-BF98-72123681F61E}" type="sibTrans" cxnId="{B1659E2C-B85F-4DF6-9C10-ED8B79031680}">
      <dgm:prSet/>
      <dgm:spPr/>
      <dgm:t>
        <a:bodyPr/>
        <a:lstStyle/>
        <a:p>
          <a:pPr rtl="1"/>
          <a:endParaRPr lang="he-IL"/>
        </a:p>
      </dgm:t>
    </dgm:pt>
    <dgm:pt modelId="{383A8394-A9F3-4A69-A5EC-2D09CA5662C7}">
      <dgm:prSet phldrT="[טקסט]" custScaleX="88439" custScaleY="83720" custLinFactNeighborX="7696" custLinFactNeighborY="-5296"/>
      <dgm:spPr>
        <a:noFill/>
        <a:ln>
          <a:solidFill>
            <a:schemeClr val="tx1"/>
          </a:solidFill>
        </a:ln>
      </dgm:spPr>
      <dgm:t>
        <a:bodyPr/>
        <a:lstStyle/>
        <a:p>
          <a:pPr rtl="1"/>
          <a:endParaRPr lang="he-IL" dirty="0"/>
        </a:p>
      </dgm:t>
    </dgm:pt>
    <dgm:pt modelId="{8E56ADAA-D557-4853-A8D7-E227B5C1A9B5}" type="parTrans" cxnId="{D5907B03-EE17-4684-914F-AADAE909A7B3}">
      <dgm:prSet/>
      <dgm:spPr/>
      <dgm:t>
        <a:bodyPr/>
        <a:lstStyle/>
        <a:p>
          <a:pPr rtl="1"/>
          <a:endParaRPr lang="he-IL"/>
        </a:p>
      </dgm:t>
    </dgm:pt>
    <dgm:pt modelId="{01156EB7-FE22-40BC-ACF0-F064A8792364}" type="sibTrans" cxnId="{D5907B03-EE17-4684-914F-AADAE909A7B3}">
      <dgm:prSet/>
      <dgm:spPr/>
      <dgm:t>
        <a:bodyPr/>
        <a:lstStyle/>
        <a:p>
          <a:pPr rtl="1"/>
          <a:endParaRPr lang="he-IL"/>
        </a:p>
      </dgm:t>
    </dgm:pt>
    <dgm:pt modelId="{1CFEB9DA-DC03-486D-924C-E121144865E1}" type="pres">
      <dgm:prSet presAssocID="{62D34305-2CC8-4BA9-95FF-9B90244A4E7D}" presName="composite" presStyleCnt="0">
        <dgm:presLayoutVars>
          <dgm:chMax val="1"/>
          <dgm:dir/>
          <dgm:resizeHandles val="exact"/>
        </dgm:presLayoutVars>
      </dgm:prSet>
      <dgm:spPr/>
    </dgm:pt>
    <dgm:pt modelId="{1492847A-6BBB-4F71-8750-099F884A286D}" type="pres">
      <dgm:prSet presAssocID="{62D34305-2CC8-4BA9-95FF-9B90244A4E7D}" presName="radial" presStyleCnt="0">
        <dgm:presLayoutVars>
          <dgm:animLvl val="ctr"/>
        </dgm:presLayoutVars>
      </dgm:prSet>
      <dgm:spPr/>
    </dgm:pt>
    <dgm:pt modelId="{191B3EC0-0A1D-4B31-A499-CFB9DE30C6E5}" type="pres">
      <dgm:prSet presAssocID="{F7A07199-AF9C-481C-99E0-7E6F5E48F50E}" presName="centerShape" presStyleLbl="vennNode1" presStyleIdx="0" presStyleCnt="7" custScaleX="88439" custScaleY="83720" custLinFactNeighborX="6950" custLinFactNeighborY="-5524"/>
      <dgm:spPr/>
    </dgm:pt>
    <dgm:pt modelId="{6AB94D4A-E201-4F59-B395-694B0AD44170}" type="pres">
      <dgm:prSet presAssocID="{8722CB6B-8215-4356-B6C1-B63BC97846E1}" presName="node" presStyleLbl="vennNode1" presStyleIdx="1" presStyleCnt="7" custScaleX="58439" custScaleY="52903" custRadScaleRad="76240" custRadScaleInc="20363">
        <dgm:presLayoutVars>
          <dgm:bulletEnabled val="1"/>
        </dgm:presLayoutVars>
      </dgm:prSet>
      <dgm:spPr/>
    </dgm:pt>
    <dgm:pt modelId="{61990B2F-215F-4C52-915F-66FB46E5EF7B}" type="pres">
      <dgm:prSet presAssocID="{F330A56B-2DA0-4D12-B241-6969EB8D0251}" presName="node" presStyleLbl="vennNode1" presStyleIdx="2" presStyleCnt="7" custScaleX="58439" custScaleY="52903" custRadScaleRad="92690" custRadScaleInc="-1820">
        <dgm:presLayoutVars>
          <dgm:bulletEnabled val="1"/>
        </dgm:presLayoutVars>
      </dgm:prSet>
      <dgm:spPr/>
    </dgm:pt>
    <dgm:pt modelId="{71338E2F-3F54-4106-AC9E-C515A92D05C8}" type="pres">
      <dgm:prSet presAssocID="{5D3D8200-BBB8-4C54-AF5C-94AA46742FB1}" presName="node" presStyleLbl="vennNode1" presStyleIdx="3" presStyleCnt="7" custScaleX="58439" custScaleY="52903" custRadScaleRad="85997" custRadScaleInc="-10140">
        <dgm:presLayoutVars>
          <dgm:bulletEnabled val="1"/>
        </dgm:presLayoutVars>
      </dgm:prSet>
      <dgm:spPr/>
    </dgm:pt>
    <dgm:pt modelId="{C9E299C1-8EEE-4B48-9C92-17174A8660CC}" type="pres">
      <dgm:prSet presAssocID="{23131A5A-39B0-44CB-BFBF-B8427634C753}" presName="node" presStyleLbl="vennNode1" presStyleIdx="4" presStyleCnt="7" custScaleX="58439" custScaleY="52903" custRadScaleRad="61723" custRadScaleInc="-21359">
        <dgm:presLayoutVars>
          <dgm:bulletEnabled val="1"/>
        </dgm:presLayoutVars>
      </dgm:prSet>
      <dgm:spPr/>
    </dgm:pt>
    <dgm:pt modelId="{85A184DC-F0E1-478C-A3BD-A8818C0A2E4C}" type="pres">
      <dgm:prSet presAssocID="{90F70BB7-0096-4BCA-9B88-1F0845BF48BD}" presName="node" presStyleLbl="vennNode1" presStyleIdx="5" presStyleCnt="7" custScaleX="58439" custScaleY="52903" custRadScaleRad="58066" custRadScaleInc="10583">
        <dgm:presLayoutVars>
          <dgm:bulletEnabled val="1"/>
        </dgm:presLayoutVars>
      </dgm:prSet>
      <dgm:spPr/>
    </dgm:pt>
    <dgm:pt modelId="{39B7C23B-5D2C-48D3-A7F9-C7D9B0055FA5}" type="pres">
      <dgm:prSet presAssocID="{61C036C5-D64B-4600-B5A0-9DF7FAB640F1}" presName="node" presStyleLbl="vennNode1" presStyleIdx="6" presStyleCnt="7" custScaleX="58439" custScaleY="52903" custRadScaleRad="70484" custRadScaleInc="14202">
        <dgm:presLayoutVars>
          <dgm:bulletEnabled val="1"/>
        </dgm:presLayoutVars>
      </dgm:prSet>
      <dgm:spPr/>
    </dgm:pt>
  </dgm:ptLst>
  <dgm:cxnLst>
    <dgm:cxn modelId="{D5907B03-EE17-4684-914F-AADAE909A7B3}" srcId="{62D34305-2CC8-4BA9-95FF-9B90244A4E7D}" destId="{383A8394-A9F3-4A69-A5EC-2D09CA5662C7}" srcOrd="1" destOrd="0" parTransId="{8E56ADAA-D557-4853-A8D7-E227B5C1A9B5}" sibTransId="{01156EB7-FE22-40BC-ACF0-F064A8792364}"/>
    <dgm:cxn modelId="{590D521C-5EE5-4C95-B1AF-407C166F0123}" srcId="{F7A07199-AF9C-481C-99E0-7E6F5E48F50E}" destId="{5D3D8200-BBB8-4C54-AF5C-94AA46742FB1}" srcOrd="2" destOrd="0" parTransId="{CA1B63D6-2185-43E7-A74E-2E106473CE7B}" sibTransId="{FCC75965-1ADD-4B66-9A62-41399C68601A}"/>
    <dgm:cxn modelId="{D8B21D1D-FDCA-4D44-8AEA-1976ABA4ACF6}" srcId="{62D34305-2CC8-4BA9-95FF-9B90244A4E7D}" destId="{F7A07199-AF9C-481C-99E0-7E6F5E48F50E}" srcOrd="0" destOrd="0" parTransId="{494FE5BB-3CF4-43B1-9F5B-B172E1B66CE8}" sibTransId="{B8D74C6A-161D-48B8-BED6-8C78600E8620}"/>
    <dgm:cxn modelId="{16E7C121-10B7-428A-B88F-1EBBDC6291BB}" srcId="{F7A07199-AF9C-481C-99E0-7E6F5E48F50E}" destId="{F330A56B-2DA0-4D12-B241-6969EB8D0251}" srcOrd="1" destOrd="0" parTransId="{18CECCB7-FF7D-43C0-9CC3-66EEE49D5F19}" sibTransId="{ED9FED0A-A0DD-4A6F-9DA0-993A3DA743EE}"/>
    <dgm:cxn modelId="{B1659E2C-B85F-4DF6-9C10-ED8B79031680}" srcId="{62D34305-2CC8-4BA9-95FF-9B90244A4E7D}" destId="{23350171-E124-4B12-8228-A6E82EC8572C}" srcOrd="2" destOrd="0" parTransId="{03750DC9-D06B-44B1-9EDD-B60F9073DF7E}" sibTransId="{78900C41-6D6A-4483-BF98-72123681F61E}"/>
    <dgm:cxn modelId="{AC5A3E54-323D-4A71-A355-CC1E331425BD}" srcId="{F7A07199-AF9C-481C-99E0-7E6F5E48F50E}" destId="{90F70BB7-0096-4BCA-9B88-1F0845BF48BD}" srcOrd="4" destOrd="0" parTransId="{8E6A1925-6A16-42BE-87FD-CACB68E95831}" sibTransId="{63F11B0B-73F8-439D-A08E-FA7F3F853900}"/>
    <dgm:cxn modelId="{2E48E581-480D-4AA5-8D8F-409AAA9895C8}" type="presOf" srcId="{F7A07199-AF9C-481C-99E0-7E6F5E48F50E}" destId="{191B3EC0-0A1D-4B31-A499-CFB9DE30C6E5}" srcOrd="0" destOrd="0" presId="urn:microsoft.com/office/officeart/2005/8/layout/radial3"/>
    <dgm:cxn modelId="{55C45899-126E-4FF4-A163-9A21D453B25E}" srcId="{F7A07199-AF9C-481C-99E0-7E6F5E48F50E}" destId="{61C036C5-D64B-4600-B5A0-9DF7FAB640F1}" srcOrd="5" destOrd="0" parTransId="{F3306A44-08E3-4689-ABCF-17A9736AFD48}" sibTransId="{C556B696-DD4D-4ED1-9952-EC827F99B827}"/>
    <dgm:cxn modelId="{6CE258A0-DF1C-44E0-B178-7F4DD262C93B}" srcId="{F7A07199-AF9C-481C-99E0-7E6F5E48F50E}" destId="{23131A5A-39B0-44CB-BFBF-B8427634C753}" srcOrd="3" destOrd="0" parTransId="{50B2832B-B768-4F90-9E0A-D4BC6E419CF7}" sibTransId="{FC8C96EC-23C2-4703-96E0-805551714121}"/>
    <dgm:cxn modelId="{3AEDC6B3-58EB-49C7-807D-71FE438DB205}" type="presOf" srcId="{5D3D8200-BBB8-4C54-AF5C-94AA46742FB1}" destId="{71338E2F-3F54-4106-AC9E-C515A92D05C8}" srcOrd="0" destOrd="0" presId="urn:microsoft.com/office/officeart/2005/8/layout/radial3"/>
    <dgm:cxn modelId="{91DC37C0-C0AB-452E-88DF-FBD42CCC0EE9}" type="presOf" srcId="{62D34305-2CC8-4BA9-95FF-9B90244A4E7D}" destId="{1CFEB9DA-DC03-486D-924C-E121144865E1}" srcOrd="0" destOrd="0" presId="urn:microsoft.com/office/officeart/2005/8/layout/radial3"/>
    <dgm:cxn modelId="{6F179EC1-AABB-41A1-9311-AC096783579B}" type="presOf" srcId="{90F70BB7-0096-4BCA-9B88-1F0845BF48BD}" destId="{85A184DC-F0E1-478C-A3BD-A8818C0A2E4C}" srcOrd="0" destOrd="0" presId="urn:microsoft.com/office/officeart/2005/8/layout/radial3"/>
    <dgm:cxn modelId="{B75DCED6-C784-43F5-B364-0C55A6EDA0CD}" type="presOf" srcId="{8722CB6B-8215-4356-B6C1-B63BC97846E1}" destId="{6AB94D4A-E201-4F59-B395-694B0AD44170}" srcOrd="0" destOrd="0" presId="urn:microsoft.com/office/officeart/2005/8/layout/radial3"/>
    <dgm:cxn modelId="{3AAA35D7-FBDA-41C0-AD2F-280B522022DF}" type="presOf" srcId="{F330A56B-2DA0-4D12-B241-6969EB8D0251}" destId="{61990B2F-215F-4C52-915F-66FB46E5EF7B}" srcOrd="0" destOrd="0" presId="urn:microsoft.com/office/officeart/2005/8/layout/radial3"/>
    <dgm:cxn modelId="{681A59E0-2543-4551-A88F-E056235BBC97}" srcId="{F7A07199-AF9C-481C-99E0-7E6F5E48F50E}" destId="{8722CB6B-8215-4356-B6C1-B63BC97846E1}" srcOrd="0" destOrd="0" parTransId="{2FE5797D-2429-4978-8CCC-CA93949E705A}" sibTransId="{393400AB-CC5D-40D3-9A7D-4591ACA8E445}"/>
    <dgm:cxn modelId="{CB8D16F4-BDC4-42ED-BB0F-9A52E05DB587}" type="presOf" srcId="{23131A5A-39B0-44CB-BFBF-B8427634C753}" destId="{C9E299C1-8EEE-4B48-9C92-17174A8660CC}" srcOrd="0" destOrd="0" presId="urn:microsoft.com/office/officeart/2005/8/layout/radial3"/>
    <dgm:cxn modelId="{E613D3F9-0D4C-4EE5-BC53-1F2FDDFEEDB6}" type="presOf" srcId="{61C036C5-D64B-4600-B5A0-9DF7FAB640F1}" destId="{39B7C23B-5D2C-48D3-A7F9-C7D9B0055FA5}" srcOrd="0" destOrd="0" presId="urn:microsoft.com/office/officeart/2005/8/layout/radial3"/>
    <dgm:cxn modelId="{91B1A967-4FFA-491A-8BBC-0EF8C112AF26}" type="presParOf" srcId="{1CFEB9DA-DC03-486D-924C-E121144865E1}" destId="{1492847A-6BBB-4F71-8750-099F884A286D}" srcOrd="0" destOrd="0" presId="urn:microsoft.com/office/officeart/2005/8/layout/radial3"/>
    <dgm:cxn modelId="{0D767477-5268-4592-A7E3-68DF4FA1F6B4}" type="presParOf" srcId="{1492847A-6BBB-4F71-8750-099F884A286D}" destId="{191B3EC0-0A1D-4B31-A499-CFB9DE30C6E5}" srcOrd="0" destOrd="0" presId="urn:microsoft.com/office/officeart/2005/8/layout/radial3"/>
    <dgm:cxn modelId="{2475541D-9AC6-48E3-AEC2-3142D1C34331}" type="presParOf" srcId="{1492847A-6BBB-4F71-8750-099F884A286D}" destId="{6AB94D4A-E201-4F59-B395-694B0AD44170}" srcOrd="1" destOrd="0" presId="urn:microsoft.com/office/officeart/2005/8/layout/radial3"/>
    <dgm:cxn modelId="{0E8DDA1B-086C-46B0-9B9F-97F79EE0B27C}" type="presParOf" srcId="{1492847A-6BBB-4F71-8750-099F884A286D}" destId="{61990B2F-215F-4C52-915F-66FB46E5EF7B}" srcOrd="2" destOrd="0" presId="urn:microsoft.com/office/officeart/2005/8/layout/radial3"/>
    <dgm:cxn modelId="{89A310E2-4BCF-4C05-856B-876AC1E13A68}" type="presParOf" srcId="{1492847A-6BBB-4F71-8750-099F884A286D}" destId="{71338E2F-3F54-4106-AC9E-C515A92D05C8}" srcOrd="3" destOrd="0" presId="urn:microsoft.com/office/officeart/2005/8/layout/radial3"/>
    <dgm:cxn modelId="{07FBC232-8ACA-4636-9F88-1C652A095AC9}" type="presParOf" srcId="{1492847A-6BBB-4F71-8750-099F884A286D}" destId="{C9E299C1-8EEE-4B48-9C92-17174A8660CC}" srcOrd="4" destOrd="0" presId="urn:microsoft.com/office/officeart/2005/8/layout/radial3"/>
    <dgm:cxn modelId="{E10E47AF-88D1-4F86-86B4-29F4FC70D17F}" type="presParOf" srcId="{1492847A-6BBB-4F71-8750-099F884A286D}" destId="{85A184DC-F0E1-478C-A3BD-A8818C0A2E4C}" srcOrd="5" destOrd="0" presId="urn:microsoft.com/office/officeart/2005/8/layout/radial3"/>
    <dgm:cxn modelId="{0E2B2A6C-5D9A-40D2-9E56-700CA74C034B}" type="presParOf" srcId="{1492847A-6BBB-4F71-8750-099F884A286D}" destId="{39B7C23B-5D2C-48D3-A7F9-C7D9B0055FA5}" srcOrd="6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1B3EC0-0A1D-4B31-A499-CFB9DE30C6E5}">
      <dsp:nvSpPr>
        <dsp:cNvPr id="0" name=""/>
        <dsp:cNvSpPr/>
      </dsp:nvSpPr>
      <dsp:spPr>
        <a:xfrm>
          <a:off x="2018049" y="863732"/>
          <a:ext cx="1825474" cy="1728068"/>
        </a:xfrm>
        <a:prstGeom prst="ellipse">
          <a:avLst/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3200" kern="1200" dirty="0"/>
        </a:p>
      </dsp:txBody>
      <dsp:txXfrm>
        <a:off x="2285383" y="1116802"/>
        <a:ext cx="1290806" cy="1221928"/>
      </dsp:txXfrm>
    </dsp:sp>
    <dsp:sp modelId="{6AB94D4A-E201-4F59-B395-694B0AD44170}">
      <dsp:nvSpPr>
        <dsp:cNvPr id="0" name=""/>
        <dsp:cNvSpPr/>
      </dsp:nvSpPr>
      <dsp:spPr>
        <a:xfrm>
          <a:off x="2620415" y="585997"/>
          <a:ext cx="603121" cy="545986"/>
        </a:xfrm>
        <a:prstGeom prst="ellipse">
          <a:avLst/>
        </a:prstGeom>
        <a:solidFill>
          <a:srgbClr val="00B0F0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D</a:t>
          </a:r>
          <a:endParaRPr lang="he-IL" sz="4000" kern="1200" dirty="0"/>
        </a:p>
      </dsp:txBody>
      <dsp:txXfrm>
        <a:off x="2708740" y="665955"/>
        <a:ext cx="426471" cy="386070"/>
      </dsp:txXfrm>
    </dsp:sp>
    <dsp:sp modelId="{61990B2F-215F-4C52-915F-66FB46E5EF7B}">
      <dsp:nvSpPr>
        <dsp:cNvPr id="0" name=""/>
        <dsp:cNvSpPr/>
      </dsp:nvSpPr>
      <dsp:spPr>
        <a:xfrm>
          <a:off x="3507835" y="912846"/>
          <a:ext cx="603121" cy="545986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O</a:t>
          </a:r>
          <a:endParaRPr lang="he-IL" sz="4000" kern="1200" dirty="0"/>
        </a:p>
      </dsp:txBody>
      <dsp:txXfrm>
        <a:off x="3596160" y="992804"/>
        <a:ext cx="426471" cy="386070"/>
      </dsp:txXfrm>
    </dsp:sp>
    <dsp:sp modelId="{71338E2F-3F54-4106-AC9E-C515A92D05C8}">
      <dsp:nvSpPr>
        <dsp:cNvPr id="0" name=""/>
        <dsp:cNvSpPr/>
      </dsp:nvSpPr>
      <dsp:spPr>
        <a:xfrm>
          <a:off x="3487525" y="2019182"/>
          <a:ext cx="603121" cy="545986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A</a:t>
          </a:r>
          <a:endParaRPr lang="he-IL" sz="4000" kern="1200" dirty="0"/>
        </a:p>
      </dsp:txBody>
      <dsp:txXfrm>
        <a:off x="3575850" y="2099140"/>
        <a:ext cx="426471" cy="386070"/>
      </dsp:txXfrm>
    </dsp:sp>
    <dsp:sp modelId="{C9E299C1-8EEE-4B48-9C92-17174A8660CC}">
      <dsp:nvSpPr>
        <dsp:cNvPr id="0" name=""/>
        <dsp:cNvSpPr/>
      </dsp:nvSpPr>
      <dsp:spPr>
        <a:xfrm>
          <a:off x="2587566" y="2396625"/>
          <a:ext cx="603121" cy="545986"/>
        </a:xfrm>
        <a:prstGeom prst="ellipse">
          <a:avLst/>
        </a:prstGeom>
        <a:solidFill>
          <a:schemeClr val="accent6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G</a:t>
          </a:r>
          <a:endParaRPr lang="he-IL" sz="4000" kern="1200" dirty="0"/>
        </a:p>
      </dsp:txBody>
      <dsp:txXfrm>
        <a:off x="2675891" y="2476583"/>
        <a:ext cx="426471" cy="386070"/>
      </dsp:txXfrm>
    </dsp:sp>
    <dsp:sp modelId="{85A184DC-F0E1-478C-A3BD-A8818C0A2E4C}">
      <dsp:nvSpPr>
        <dsp:cNvPr id="0" name=""/>
        <dsp:cNvSpPr/>
      </dsp:nvSpPr>
      <dsp:spPr>
        <a:xfrm>
          <a:off x="1688561" y="1900718"/>
          <a:ext cx="603121" cy="545986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N</a:t>
          </a:r>
          <a:endParaRPr lang="he-IL" sz="4000" kern="1200" dirty="0"/>
        </a:p>
      </dsp:txBody>
      <dsp:txXfrm>
        <a:off x="1776886" y="1980676"/>
        <a:ext cx="426471" cy="386070"/>
      </dsp:txXfrm>
    </dsp:sp>
    <dsp:sp modelId="{39B7C23B-5D2C-48D3-A7F9-C7D9B0055FA5}">
      <dsp:nvSpPr>
        <dsp:cNvPr id="0" name=""/>
        <dsp:cNvSpPr/>
      </dsp:nvSpPr>
      <dsp:spPr>
        <a:xfrm>
          <a:off x="1662269" y="997532"/>
          <a:ext cx="603121" cy="545986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S</a:t>
          </a:r>
          <a:endParaRPr lang="he-IL" sz="4000" kern="1200" dirty="0"/>
        </a:p>
      </dsp:txBody>
      <dsp:txXfrm>
        <a:off x="1750594" y="1077490"/>
        <a:ext cx="426471" cy="3860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1B3EC0-0A1D-4B31-A499-CFB9DE30C6E5}">
      <dsp:nvSpPr>
        <dsp:cNvPr id="0" name=""/>
        <dsp:cNvSpPr/>
      </dsp:nvSpPr>
      <dsp:spPr>
        <a:xfrm>
          <a:off x="1979202" y="848059"/>
          <a:ext cx="1825474" cy="1728068"/>
        </a:xfrm>
        <a:prstGeom prst="ellipse">
          <a:avLst/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3200" kern="1200" dirty="0"/>
        </a:p>
      </dsp:txBody>
      <dsp:txXfrm>
        <a:off x="2246536" y="1101129"/>
        <a:ext cx="1290806" cy="1221928"/>
      </dsp:txXfrm>
    </dsp:sp>
    <dsp:sp modelId="{6AB94D4A-E201-4F59-B395-694B0AD44170}">
      <dsp:nvSpPr>
        <dsp:cNvPr id="0" name=""/>
        <dsp:cNvSpPr/>
      </dsp:nvSpPr>
      <dsp:spPr>
        <a:xfrm>
          <a:off x="2620415" y="585997"/>
          <a:ext cx="603121" cy="545986"/>
        </a:xfrm>
        <a:prstGeom prst="ellipse">
          <a:avLst/>
        </a:prstGeom>
        <a:solidFill>
          <a:srgbClr val="00B0F0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D</a:t>
          </a:r>
          <a:endParaRPr lang="he-IL" sz="4000" kern="1200" dirty="0"/>
        </a:p>
      </dsp:txBody>
      <dsp:txXfrm>
        <a:off x="2708740" y="665955"/>
        <a:ext cx="426471" cy="386070"/>
      </dsp:txXfrm>
    </dsp:sp>
    <dsp:sp modelId="{61990B2F-215F-4C52-915F-66FB46E5EF7B}">
      <dsp:nvSpPr>
        <dsp:cNvPr id="0" name=""/>
        <dsp:cNvSpPr/>
      </dsp:nvSpPr>
      <dsp:spPr>
        <a:xfrm>
          <a:off x="3470485" y="944185"/>
          <a:ext cx="603121" cy="545986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O</a:t>
          </a:r>
          <a:endParaRPr lang="he-IL" sz="4000" kern="1200" dirty="0"/>
        </a:p>
      </dsp:txBody>
      <dsp:txXfrm>
        <a:off x="3558810" y="1024143"/>
        <a:ext cx="426471" cy="386070"/>
      </dsp:txXfrm>
    </dsp:sp>
    <dsp:sp modelId="{71338E2F-3F54-4106-AC9E-C515A92D05C8}">
      <dsp:nvSpPr>
        <dsp:cNvPr id="0" name=""/>
        <dsp:cNvSpPr/>
      </dsp:nvSpPr>
      <dsp:spPr>
        <a:xfrm>
          <a:off x="3460260" y="2056238"/>
          <a:ext cx="603121" cy="545986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A</a:t>
          </a:r>
          <a:endParaRPr lang="he-IL" sz="4000" kern="1200" dirty="0"/>
        </a:p>
      </dsp:txBody>
      <dsp:txXfrm>
        <a:off x="3548585" y="2136196"/>
        <a:ext cx="426471" cy="386070"/>
      </dsp:txXfrm>
    </dsp:sp>
    <dsp:sp modelId="{C9E299C1-8EEE-4B48-9C92-17174A8660CC}">
      <dsp:nvSpPr>
        <dsp:cNvPr id="0" name=""/>
        <dsp:cNvSpPr/>
      </dsp:nvSpPr>
      <dsp:spPr>
        <a:xfrm>
          <a:off x="2587566" y="2396625"/>
          <a:ext cx="603121" cy="545986"/>
        </a:xfrm>
        <a:prstGeom prst="ellipse">
          <a:avLst/>
        </a:prstGeom>
        <a:solidFill>
          <a:schemeClr val="accent6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G</a:t>
          </a:r>
          <a:endParaRPr lang="he-IL" sz="4000" kern="1200" dirty="0"/>
        </a:p>
      </dsp:txBody>
      <dsp:txXfrm>
        <a:off x="2675891" y="2476583"/>
        <a:ext cx="426471" cy="386070"/>
      </dsp:txXfrm>
    </dsp:sp>
    <dsp:sp modelId="{85A184DC-F0E1-478C-A3BD-A8818C0A2E4C}">
      <dsp:nvSpPr>
        <dsp:cNvPr id="0" name=""/>
        <dsp:cNvSpPr/>
      </dsp:nvSpPr>
      <dsp:spPr>
        <a:xfrm>
          <a:off x="1688561" y="1900718"/>
          <a:ext cx="603121" cy="545986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N</a:t>
          </a:r>
          <a:endParaRPr lang="he-IL" sz="4000" kern="1200" dirty="0"/>
        </a:p>
      </dsp:txBody>
      <dsp:txXfrm>
        <a:off x="1776886" y="1980676"/>
        <a:ext cx="426471" cy="386070"/>
      </dsp:txXfrm>
    </dsp:sp>
    <dsp:sp modelId="{39B7C23B-5D2C-48D3-A7F9-C7D9B0055FA5}">
      <dsp:nvSpPr>
        <dsp:cNvPr id="0" name=""/>
        <dsp:cNvSpPr/>
      </dsp:nvSpPr>
      <dsp:spPr>
        <a:xfrm>
          <a:off x="1662269" y="997532"/>
          <a:ext cx="603121" cy="545986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S</a:t>
          </a:r>
          <a:endParaRPr lang="he-IL" sz="4000" kern="1200" dirty="0"/>
        </a:p>
      </dsp:txBody>
      <dsp:txXfrm>
        <a:off x="1750594" y="1077490"/>
        <a:ext cx="426471" cy="3860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AA972490-8139-4846-8052-C20EA047FA1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9D998A9E-853C-4720-8979-B7D6AA85C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DA620F73-37DA-0271-F59C-9B570D15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f8a35c54e6_1_65:notes">
            <a:extLst>
              <a:ext uri="{FF2B5EF4-FFF2-40B4-BE49-F238E27FC236}">
                <a16:creationId xmlns:a16="http://schemas.microsoft.com/office/drawing/2014/main" id="{FBDD841A-22AB-94C0-40CD-562AF2F2B0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f8a35c54e6_1_65:notes">
            <a:extLst>
              <a:ext uri="{FF2B5EF4-FFF2-40B4-BE49-F238E27FC236}">
                <a16:creationId xmlns:a16="http://schemas.microsoft.com/office/drawing/2014/main" id="{45222502-7A44-6C25-4444-D35D1D6C42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0471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ED588A-356A-B7B0-9662-67AE9BF5C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B72A3C8-AA90-B26E-5997-93F8F86ED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8536301-4151-E1E7-5031-26732C12C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5492-AF1A-4C6E-A083-807E237F233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ACC35FA-6AD6-3FD9-8DDC-C1449169E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C1F26F7-9675-5456-CC52-1F6A360B9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3E15-FED5-4757-8621-34EF39BD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62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4AC5E14-660B-B566-A8E8-B8EF45097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27DBFCA-4F96-C6B0-1E3D-8F1413193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A612B14-1176-4F53-0901-B7D29BC8D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5492-AF1A-4C6E-A083-807E237F233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B3FA438-C541-1350-3636-3771781A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1CDFCAB-4C96-2BA9-1CD0-44FB5F1BF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3E15-FED5-4757-8621-34EF39BD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63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1C17DC3-3B62-8F19-1100-4DD471977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0DC9F01-21B8-140A-FAD5-84585C240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22695BC-AA09-C6F2-9FB3-0F0AC79A9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5492-AF1A-4C6E-A083-807E237F233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78FD097-0721-52A5-10BF-D32AC25F3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8AE78F2-1C94-BA90-F11B-0B3F0FD9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3E15-FED5-4757-8621-34EF39BD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8D82E77-6D8D-8133-CC7F-2BD7E4F6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99B17D3-1E83-5B5B-C795-F7F5141527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1BF05A4-2334-C52F-96D1-3F68E05F7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32DAEED-0EFA-6617-2ABC-1DC901D9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5492-AF1A-4C6E-A083-807E237F233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6BF3DA7-F77F-EDE3-FDA7-CF6B6AFE8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6F3A782-5E59-1172-BE01-AF0702D07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3E15-FED5-4757-8621-34EF39BD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68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B8DE882-18AD-9DF1-0321-06E11882F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217ECBC-EBB3-0B78-D263-C88124AA4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B1DF7C7-5D2E-4168-AA98-B82CBA30E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4C45061E-778B-46D2-2333-75D255D697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3039B442-EA3D-5DBA-C52F-A5EF8CC16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38EC8D5A-C430-397C-EF80-9931C7214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5492-AF1A-4C6E-A083-807E237F233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CCBE52C-0ADB-C690-2126-0157A4FDC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6090E643-1A4A-F841-2E17-7A2803560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3E15-FED5-4757-8621-34EF39BD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37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3844980-448C-5D59-7C02-045B6D2DF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AB11F581-DF03-69C0-EB3B-B2F6A5ADF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5492-AF1A-4C6E-A083-807E237F233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8204E38-2A4C-2FBC-DDDC-5FE43EA7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7194495-3E3E-FD74-C216-DED6B5A43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3E15-FED5-4757-8621-34EF39BD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01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1C57A7E2-AC65-685D-D4AB-ACF2BC1B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5492-AF1A-4C6E-A083-807E237F233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96340A21-E39E-1F5A-E446-4A361CBFB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2710029-60ED-7C06-C2C6-8F60554C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3E15-FED5-4757-8621-34EF39BD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B868E1-F47F-9F30-041F-DC8727250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B2B4FC7-CB36-56EB-BC78-D322EBBC1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8CEB956-63C9-EB07-F19E-45A0DA17C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2DBB287-819E-4F6C-097E-B500B8611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5492-AF1A-4C6E-A083-807E237F233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A9E570D-3A6C-02E8-6EB0-512E99A24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284E483-7BFC-14F3-F109-44FEAA013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3E15-FED5-4757-8621-34EF39BD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9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578251-39AD-B220-05D3-7081F1E47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D5E2E872-ADE8-D8DB-0679-32572FC35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C480D3C-8C24-57E9-1B4B-7451F6A12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D2E8D59-C6FF-B14D-A1D0-9BFDE880A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5492-AF1A-4C6E-A083-807E237F233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473866B-693B-5E49-9D14-DC78C2A1E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59B665A-E6F4-A9C4-7932-A31649073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3E15-FED5-4757-8621-34EF39BD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02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CB11D2-8C8A-D156-FE0B-06EF7E19E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1D359C7-B512-D7F7-BEA7-777D3397F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96FF62D-82DD-3B00-C25D-5C302208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5492-AF1A-4C6E-A083-807E237F233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E7BF431-7AB6-0EBB-5AF3-5F12B1369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3E70105-4FB6-4FA5-7869-47731741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3E15-FED5-4757-8621-34EF39BD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19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452066C2-E752-6B23-5584-184B4BCA88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58F1017-36F2-9F37-096A-C78DA461E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9B2B9D1-B1D2-6246-27DB-9845F1EFF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5492-AF1A-4C6E-A083-807E237F233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B3A2240-FCD4-AC82-64D6-2FBC81D7D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DED9196-350E-356F-60E2-C6393EC25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3E15-FED5-4757-8621-34EF39BD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95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61" lvl="0" indent="-45717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21" lvl="1" indent="-423306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681" lvl="2" indent="-42330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242" lvl="3" indent="-42330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802" lvl="4" indent="-423306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363" lvl="5" indent="-42330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6923" lvl="6" indent="-42330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483" lvl="7" indent="-423306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044" lvl="8" indent="-42330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he-IL" smtClean="0"/>
              <a:pPr algn="r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58547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AD90FE33-E73D-BC9D-A5AD-61BB7EDF2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A609773-1E04-FDA5-2B8B-CFCC6CBD6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27B0054-6352-3388-35B6-003131908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A5492-AF1A-4C6E-A083-807E237F233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75D99F2-CEE9-8881-474D-3395D536E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A6E3622-3EBC-E14E-0317-9DC7531B3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C3E15-FED5-4757-8621-34EF39BD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81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2.png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DA36A753-7EB0-B603-2C7D-C33038645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מלבן 51">
            <a:extLst>
              <a:ext uri="{FF2B5EF4-FFF2-40B4-BE49-F238E27FC236}">
                <a16:creationId xmlns:a16="http://schemas.microsoft.com/office/drawing/2014/main" id="{B47CEA31-3956-4BBF-9DBD-833A9C1B3AE4}"/>
              </a:ext>
            </a:extLst>
          </p:cNvPr>
          <p:cNvSpPr/>
          <p:nvPr/>
        </p:nvSpPr>
        <p:spPr>
          <a:xfrm>
            <a:off x="106443" y="1584197"/>
            <a:ext cx="8248338" cy="297847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54" name="מלבן 53">
            <a:extLst>
              <a:ext uri="{FF2B5EF4-FFF2-40B4-BE49-F238E27FC236}">
                <a16:creationId xmlns:a16="http://schemas.microsoft.com/office/drawing/2014/main" id="{77687D72-C32A-4858-A683-C6E34936E73A}"/>
              </a:ext>
            </a:extLst>
          </p:cNvPr>
          <p:cNvSpPr/>
          <p:nvPr/>
        </p:nvSpPr>
        <p:spPr>
          <a:xfrm>
            <a:off x="99406" y="4622541"/>
            <a:ext cx="8248338" cy="195271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55201373-6819-7979-BF9F-F821CBF9EB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7561" y="-49002"/>
            <a:ext cx="8428800" cy="847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algn="ctr" rtl="1"/>
            <a:r>
              <a:rPr lang="he-IL" sz="3200" b="1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תנועת הנוער</a:t>
            </a:r>
            <a:r>
              <a:rPr lang="en-US" sz="3200" b="1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YAVNE </a:t>
            </a:r>
            <a:r>
              <a:rPr lang="he-IL" sz="3200" b="1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C5D9FBF9-D071-DCBC-AECE-FBF36B595501}"/>
              </a:ext>
            </a:extLst>
          </p:cNvPr>
          <p:cNvSpPr txBox="1">
            <a:spLocks/>
          </p:cNvSpPr>
          <p:nvPr/>
        </p:nvSpPr>
        <p:spPr>
          <a:xfrm>
            <a:off x="8535242" y="985165"/>
            <a:ext cx="3659619" cy="11093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304800" indent="-304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692150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14617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1606550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he-IL" sz="2400" b="1" dirty="0"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he-IL" sz="1400" b="1" dirty="0">
                <a:latin typeface="Calibri" panose="020F0502020204030204" pitchFamily="34" charset="0"/>
                <a:cs typeface="Calibri" panose="020F0502020204030204" pitchFamily="34" charset="0"/>
              </a:rPr>
              <a:t>תנועת נוער עירונית למנהיגות וחינוך טכנולוגי ערכי המתבסס על התוכנית הבינלאומית של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FIRST</a:t>
            </a:r>
            <a:endParaRPr lang="he-IL" sz="1200" dirty="0">
              <a:latin typeface="+mn-lt"/>
              <a:cs typeface="Heebo" pitchFamily="2" charset="-79"/>
            </a:endParaRPr>
          </a:p>
          <a:p>
            <a:pPr algn="ctr" rtl="1">
              <a:lnSpc>
                <a:spcPct val="150000"/>
              </a:lnSpc>
            </a:pPr>
            <a:endParaRPr lang="en-US" dirty="0">
              <a:latin typeface="+mn-lt"/>
              <a:cs typeface="Heebo" pitchFamily="2" charset="-79"/>
            </a:endParaRPr>
          </a:p>
        </p:txBody>
      </p:sp>
      <p:sp>
        <p:nvSpPr>
          <p:cNvPr id="16" name="Google Shape;94;p17">
            <a:extLst>
              <a:ext uri="{FF2B5EF4-FFF2-40B4-BE49-F238E27FC236}">
                <a16:creationId xmlns:a16="http://schemas.microsoft.com/office/drawing/2014/main" id="{E029AEF9-B32B-4375-98C4-5EA49FC3A696}"/>
              </a:ext>
            </a:extLst>
          </p:cNvPr>
          <p:cNvSpPr txBox="1">
            <a:spLocks/>
          </p:cNvSpPr>
          <p:nvPr/>
        </p:nvSpPr>
        <p:spPr>
          <a:xfrm>
            <a:off x="9533909" y="725768"/>
            <a:ext cx="2205561" cy="847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r>
              <a:rPr lang="he-IL" sz="2000" b="1" i="1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מטרה</a:t>
            </a:r>
            <a:endParaRPr lang="en-US" sz="2000" b="1" i="1" u="sng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2B8D7CA8-EEE0-4CA9-91C7-3CCF20090795}"/>
              </a:ext>
            </a:extLst>
          </p:cNvPr>
          <p:cNvSpPr txBox="1">
            <a:spLocks/>
          </p:cNvSpPr>
          <p:nvPr/>
        </p:nvSpPr>
        <p:spPr>
          <a:xfrm>
            <a:off x="8535242" y="2604491"/>
            <a:ext cx="3603267" cy="11093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304800" indent="-304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692150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14617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1606550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176213" algn="r" rtl="1">
              <a:lnSpc>
                <a:spcPct val="100000"/>
              </a:lnSpc>
            </a:pPr>
            <a:r>
              <a:rPr lang="he-IL" sz="1400" b="1" dirty="0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he-IL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תוכנית</a:t>
            </a:r>
            <a:r>
              <a:rPr lang="he-IL" sz="1400" b="1" dirty="0">
                <a:latin typeface="Calibri" panose="020F0502020204030204" pitchFamily="34" charset="0"/>
                <a:cs typeface="Calibri" panose="020F0502020204030204" pitchFamily="34" charset="0"/>
              </a:rPr>
              <a:t> הנקבעת ומובלת על ידי </a:t>
            </a:r>
            <a:r>
              <a:rPr lang="he-IL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מנטורים</a:t>
            </a:r>
            <a:r>
              <a:rPr lang="he-IL" sz="1400" b="1" dirty="0">
                <a:latin typeface="Calibri" panose="020F0502020204030204" pitchFamily="34" charset="0"/>
                <a:cs typeface="Calibri" panose="020F0502020204030204" pitchFamily="34" charset="0"/>
              </a:rPr>
              <a:t> ומנהלי נבחרות הרובוטיקה בעיר עבור כלל הילדים ובני הנוער בעיר</a:t>
            </a:r>
          </a:p>
          <a:p>
            <a:pPr marL="266700" indent="-176213" algn="r" rtl="1">
              <a:lnSpc>
                <a:spcPct val="100000"/>
              </a:lnSpc>
            </a:pPr>
            <a:r>
              <a:rPr lang="he-IL" sz="1400" b="1" dirty="0">
                <a:latin typeface="Calibri" panose="020F0502020204030204" pitchFamily="34" charset="0"/>
                <a:cs typeface="Calibri" panose="020F0502020204030204" pitchFamily="34" charset="0"/>
              </a:rPr>
              <a:t>2. העצמה וטיפוח נבחרות קיימות למצוינות ברמה עולמית תוך עידוד להקמת קבוצות נוספות</a:t>
            </a:r>
            <a:endParaRPr lang="he-IL" sz="1200" dirty="0">
              <a:latin typeface="+mn-lt"/>
              <a:cs typeface="Heebo" pitchFamily="2" charset="-79"/>
            </a:endParaRPr>
          </a:p>
          <a:p>
            <a:pPr algn="ctr" rtl="1">
              <a:lnSpc>
                <a:spcPct val="150000"/>
              </a:lnSpc>
            </a:pPr>
            <a:endParaRPr lang="en-US" dirty="0">
              <a:latin typeface="+mn-lt"/>
              <a:cs typeface="Heebo" pitchFamily="2" charset="-79"/>
            </a:endParaRPr>
          </a:p>
        </p:txBody>
      </p:sp>
      <p:sp>
        <p:nvSpPr>
          <p:cNvPr id="19" name="Google Shape;94;p17">
            <a:extLst>
              <a:ext uri="{FF2B5EF4-FFF2-40B4-BE49-F238E27FC236}">
                <a16:creationId xmlns:a16="http://schemas.microsoft.com/office/drawing/2014/main" id="{75068DCD-D539-4E2E-A106-8038DC64FC04}"/>
              </a:ext>
            </a:extLst>
          </p:cNvPr>
          <p:cNvSpPr txBox="1">
            <a:spLocks/>
          </p:cNvSpPr>
          <p:nvPr/>
        </p:nvSpPr>
        <p:spPr>
          <a:xfrm>
            <a:off x="9486474" y="2113517"/>
            <a:ext cx="2205561" cy="847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r>
              <a:rPr lang="he-IL" sz="2000" b="1" i="1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עקרונות</a:t>
            </a:r>
            <a:endParaRPr lang="en-US" sz="2000" b="1" i="1" u="sng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2DCB6F2-D21D-4117-90B6-FAFAEBD0DC42}"/>
              </a:ext>
            </a:extLst>
          </p:cNvPr>
          <p:cNvSpPr txBox="1">
            <a:spLocks/>
          </p:cNvSpPr>
          <p:nvPr/>
        </p:nvSpPr>
        <p:spPr>
          <a:xfrm>
            <a:off x="8655831" y="4813304"/>
            <a:ext cx="3397165" cy="11093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304800" indent="-304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692150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14617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1606550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176213" algn="r" rtl="1">
              <a:lnSpc>
                <a:spcPct val="100000"/>
              </a:lnSpc>
            </a:pPr>
            <a:r>
              <a:rPr lang="he-IL" sz="1400" b="1" dirty="0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he-IL" sz="1400" b="1" u="sng" dirty="0">
                <a:latin typeface="Calibri" panose="020F0502020204030204" pitchFamily="34" charset="0"/>
                <a:cs typeface="Calibri" panose="020F0502020204030204" pitchFamily="34" charset="0"/>
              </a:rPr>
              <a:t>בניית</a:t>
            </a:r>
            <a:r>
              <a:rPr lang="he-IL" sz="1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תוכנית</a:t>
            </a:r>
            <a:r>
              <a:rPr lang="he-IL" sz="1400" b="1" dirty="0">
                <a:latin typeface="Calibri" panose="020F0502020204030204" pitchFamily="34" charset="0"/>
                <a:cs typeface="Calibri" panose="020F0502020204030204" pitchFamily="34" charset="0"/>
              </a:rPr>
              <a:t> עבודה ע"י צוות היגוי עירוני</a:t>
            </a:r>
          </a:p>
          <a:p>
            <a:pPr marL="266700" indent="-176213" algn="r" rtl="1">
              <a:lnSpc>
                <a:spcPct val="100000"/>
              </a:lnSpc>
            </a:pPr>
            <a:r>
              <a:rPr lang="he-IL" sz="1400" b="1" dirty="0">
                <a:latin typeface="Calibri" panose="020F0502020204030204" pitchFamily="34" charset="0"/>
                <a:cs typeface="Calibri" panose="020F0502020204030204" pitchFamily="34" charset="0"/>
              </a:rPr>
              <a:t>2.</a:t>
            </a:r>
            <a:r>
              <a:rPr lang="he-IL" sz="1400" b="1" u="sng" dirty="0">
                <a:latin typeface="Calibri" panose="020F0502020204030204" pitchFamily="34" charset="0"/>
                <a:cs typeface="Calibri" panose="020F0502020204030204" pitchFamily="34" charset="0"/>
              </a:rPr>
              <a:t> מימוש </a:t>
            </a:r>
            <a:r>
              <a:rPr lang="he-IL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תוכנית</a:t>
            </a:r>
            <a:r>
              <a:rPr lang="he-IL" sz="1400" b="1" dirty="0">
                <a:latin typeface="Calibri" panose="020F0502020204030204" pitchFamily="34" charset="0"/>
                <a:cs typeface="Calibri" panose="020F0502020204030204" pitchFamily="34" charset="0"/>
              </a:rPr>
              <a:t> עבודה ע"י העסקת 3 מנהלי פרויקט בתחומים: </a:t>
            </a:r>
            <a:b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1400" b="1" dirty="0">
                <a:latin typeface="Calibri" panose="020F0502020204030204" pitchFamily="34" charset="0"/>
                <a:cs typeface="Calibri" panose="020F0502020204030204" pitchFamily="34" charset="0"/>
              </a:rPr>
              <a:t>מהנדס ראשי, מדריך ראשי, רכז קהילה .</a:t>
            </a:r>
          </a:p>
          <a:p>
            <a:pPr marL="266700" indent="-176213" algn="r" rtl="1">
              <a:lnSpc>
                <a:spcPct val="100000"/>
              </a:lnSpc>
            </a:pPr>
            <a:r>
              <a:rPr lang="he-IL" sz="1400" b="1" dirty="0">
                <a:latin typeface="Calibri" panose="020F0502020204030204" pitchFamily="34" charset="0"/>
                <a:cs typeface="Calibri" panose="020F0502020204030204" pitchFamily="34" charset="0"/>
              </a:rPr>
              <a:t>3.חסות מלאה לתוכנית ע"י רשת המתנ"סים</a:t>
            </a:r>
            <a:endParaRPr lang="he-IL" sz="1200" dirty="0">
              <a:latin typeface="+mn-lt"/>
              <a:cs typeface="Heebo" pitchFamily="2" charset="-79"/>
            </a:endParaRPr>
          </a:p>
          <a:p>
            <a:pPr algn="ctr" rtl="1">
              <a:lnSpc>
                <a:spcPct val="150000"/>
              </a:lnSpc>
            </a:pPr>
            <a:endParaRPr lang="en-US" dirty="0">
              <a:latin typeface="+mn-lt"/>
              <a:cs typeface="Heebo" pitchFamily="2" charset="-79"/>
            </a:endParaRPr>
          </a:p>
        </p:txBody>
      </p:sp>
      <p:sp>
        <p:nvSpPr>
          <p:cNvPr id="21" name="Google Shape;94;p17">
            <a:extLst>
              <a:ext uri="{FF2B5EF4-FFF2-40B4-BE49-F238E27FC236}">
                <a16:creationId xmlns:a16="http://schemas.microsoft.com/office/drawing/2014/main" id="{867659F0-87F3-4493-AFFD-830B0D08E78D}"/>
              </a:ext>
            </a:extLst>
          </p:cNvPr>
          <p:cNvSpPr txBox="1">
            <a:spLocks/>
          </p:cNvSpPr>
          <p:nvPr/>
        </p:nvSpPr>
        <p:spPr>
          <a:xfrm>
            <a:off x="9533908" y="4264979"/>
            <a:ext cx="2205561" cy="847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r>
              <a:rPr lang="he-IL" sz="2000" b="1" i="1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שיטה</a:t>
            </a:r>
            <a:endParaRPr lang="en-US" sz="2000" b="1" i="1" u="sng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Google Shape;94;p17">
            <a:extLst>
              <a:ext uri="{FF2B5EF4-FFF2-40B4-BE49-F238E27FC236}">
                <a16:creationId xmlns:a16="http://schemas.microsoft.com/office/drawing/2014/main" id="{38F0DB9A-560F-40E0-969D-393DE752737A}"/>
              </a:ext>
            </a:extLst>
          </p:cNvPr>
          <p:cNvSpPr txBox="1">
            <a:spLocks/>
          </p:cNvSpPr>
          <p:nvPr/>
        </p:nvSpPr>
        <p:spPr>
          <a:xfrm>
            <a:off x="4542027" y="4843618"/>
            <a:ext cx="3750177" cy="1549383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r>
              <a:rPr lang="he-IL" sz="1900" b="1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ביה"ס</a:t>
            </a:r>
            <a:r>
              <a:rPr lang="he-IL" sz="2100" b="1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 CLASS  </a:t>
            </a:r>
            <a:endParaRPr lang="en-US" sz="2100" b="1" i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he-IL" sz="2100" b="1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he-IL" sz="1700" b="1" i="1" dirty="0">
                <a:latin typeface="Calibri" panose="020F0502020204030204" pitchFamily="34" charset="0"/>
                <a:cs typeface="Calibri" panose="020F0502020204030204" pitchFamily="34" charset="0"/>
              </a:rPr>
              <a:t>במרכז היזמות והחדשנות העירוני</a:t>
            </a:r>
            <a:br>
              <a:rPr lang="he-IL" sz="4300" b="1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3200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3200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i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Google Shape;94;p17">
            <a:extLst>
              <a:ext uri="{FF2B5EF4-FFF2-40B4-BE49-F238E27FC236}">
                <a16:creationId xmlns:a16="http://schemas.microsoft.com/office/drawing/2014/main" id="{3770B432-D034-4A98-BE89-07C22D70D9ED}"/>
              </a:ext>
            </a:extLst>
          </p:cNvPr>
          <p:cNvSpPr txBox="1">
            <a:spLocks/>
          </p:cNvSpPr>
          <p:nvPr/>
        </p:nvSpPr>
        <p:spPr>
          <a:xfrm>
            <a:off x="5455715" y="2995192"/>
            <a:ext cx="1816526" cy="71868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25000" lnSpcReduction="20000"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r>
              <a:rPr lang="he-IL" sz="6200" b="1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צוותי קהילה</a:t>
            </a:r>
            <a:br>
              <a:rPr lang="en-US" sz="6200" b="1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4800" b="1" i="1" dirty="0">
                <a:latin typeface="Calibri" panose="020F0502020204030204" pitchFamily="34" charset="0"/>
                <a:cs typeface="Calibri" panose="020F0502020204030204" pitchFamily="34" charset="0"/>
              </a:rPr>
              <a:t>חברי הקבוצות</a:t>
            </a:r>
            <a:br>
              <a:rPr lang="en-US" sz="3200" b="1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3200" b="1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b="1" i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Google Shape;94;p17">
            <a:extLst>
              <a:ext uri="{FF2B5EF4-FFF2-40B4-BE49-F238E27FC236}">
                <a16:creationId xmlns:a16="http://schemas.microsoft.com/office/drawing/2014/main" id="{3989B736-FE84-4C7E-B075-10348E54EFF4}"/>
              </a:ext>
            </a:extLst>
          </p:cNvPr>
          <p:cNvSpPr txBox="1">
            <a:spLocks/>
          </p:cNvSpPr>
          <p:nvPr/>
        </p:nvSpPr>
        <p:spPr>
          <a:xfrm>
            <a:off x="1027989" y="2913869"/>
            <a:ext cx="1816526" cy="71868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25000" lnSpcReduction="20000"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r>
              <a:rPr lang="he-IL" sz="6200" b="1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צוותי הדרכה</a:t>
            </a:r>
            <a:br>
              <a:rPr lang="en-US" sz="6200" b="1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4800" b="1" i="1" dirty="0">
                <a:latin typeface="Calibri" panose="020F0502020204030204" pitchFamily="34" charset="0"/>
                <a:cs typeface="Calibri" panose="020F0502020204030204" pitchFamily="34" charset="0"/>
              </a:rPr>
              <a:t>חברי הקבוצות</a:t>
            </a:r>
            <a:r>
              <a:rPr lang="en-US" sz="4800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sz="48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ומנטורים</a:t>
            </a:r>
            <a:r>
              <a:rPr lang="he-IL" sz="4800" b="1" i="1" dirty="0">
                <a:latin typeface="Calibri" panose="020F0502020204030204" pitchFamily="34" charset="0"/>
                <a:cs typeface="Calibri" panose="020F0502020204030204" pitchFamily="34" charset="0"/>
              </a:rPr>
              <a:t> שהוכשרו לכך</a:t>
            </a:r>
            <a:r>
              <a:rPr lang="en-US" sz="4800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3200" b="1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3200" b="1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b="1" i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Google Shape;94;p17">
            <a:extLst>
              <a:ext uri="{FF2B5EF4-FFF2-40B4-BE49-F238E27FC236}">
                <a16:creationId xmlns:a16="http://schemas.microsoft.com/office/drawing/2014/main" id="{60E5F9B7-076F-42E3-9FEA-C7668A787EA8}"/>
              </a:ext>
            </a:extLst>
          </p:cNvPr>
          <p:cNvSpPr txBox="1">
            <a:spLocks/>
          </p:cNvSpPr>
          <p:nvPr/>
        </p:nvSpPr>
        <p:spPr>
          <a:xfrm>
            <a:off x="488483" y="4955398"/>
            <a:ext cx="3220855" cy="71868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25000" lnSpcReduction="20000"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r>
              <a:rPr lang="he-IL" sz="7200" b="1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מתחמי פעילות עירוניים לילדים</a:t>
            </a:r>
            <a:br>
              <a:rPr lang="en-US" sz="6200" b="1" i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5600" b="1" i="1" dirty="0">
                <a:latin typeface="Calibri" panose="020F0502020204030204" pitchFamily="34" charset="0"/>
                <a:cs typeface="Calibri" panose="020F0502020204030204" pitchFamily="34" charset="0"/>
              </a:rPr>
              <a:t>יופעלו במתנ"סים ע"י מדריכים שיוכשרו לכך</a:t>
            </a:r>
            <a:br>
              <a:rPr lang="en-US" sz="5600" b="1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2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מלבן: פינות מעוגלות 1">
            <a:extLst>
              <a:ext uri="{FF2B5EF4-FFF2-40B4-BE49-F238E27FC236}">
                <a16:creationId xmlns:a16="http://schemas.microsoft.com/office/drawing/2014/main" id="{2986173B-EAAC-4C07-A422-C07B712BAAB7}"/>
              </a:ext>
            </a:extLst>
          </p:cNvPr>
          <p:cNvSpPr/>
          <p:nvPr/>
        </p:nvSpPr>
        <p:spPr>
          <a:xfrm>
            <a:off x="2400795" y="6019587"/>
            <a:ext cx="1329602" cy="32217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>
                <a:latin typeface="Abadi" panose="020B0604020104020204" pitchFamily="34" charset="0"/>
              </a:rPr>
              <a:t>מרכז </a:t>
            </a:r>
            <a:r>
              <a:rPr lang="he-IL" sz="1400" dirty="0" err="1">
                <a:latin typeface="Abadi" panose="020B0604020104020204" pitchFamily="34" charset="0"/>
              </a:rPr>
              <a:t>גרמנוב</a:t>
            </a:r>
            <a:endParaRPr lang="he-IL" sz="1400" dirty="0">
              <a:latin typeface="Abadi" panose="020B0604020104020204" pitchFamily="34" charset="0"/>
            </a:endParaRPr>
          </a:p>
        </p:txBody>
      </p:sp>
      <p:sp>
        <p:nvSpPr>
          <p:cNvPr id="26" name="מלבן: פינות מעוגלות 25">
            <a:extLst>
              <a:ext uri="{FF2B5EF4-FFF2-40B4-BE49-F238E27FC236}">
                <a16:creationId xmlns:a16="http://schemas.microsoft.com/office/drawing/2014/main" id="{96CAF6E4-F218-4BDC-AFA4-BBB5F80C9316}"/>
              </a:ext>
            </a:extLst>
          </p:cNvPr>
          <p:cNvSpPr/>
          <p:nvPr/>
        </p:nvSpPr>
        <p:spPr>
          <a:xfrm>
            <a:off x="2400795" y="5566407"/>
            <a:ext cx="1329602" cy="32217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>
                <a:latin typeface="Abadi" panose="020B0604020104020204" pitchFamily="34" charset="0"/>
              </a:rPr>
              <a:t>נאות שמיר</a:t>
            </a:r>
          </a:p>
        </p:txBody>
      </p:sp>
      <p:sp>
        <p:nvSpPr>
          <p:cNvPr id="27" name="מלבן: פינות מעוגלות 26">
            <a:extLst>
              <a:ext uri="{FF2B5EF4-FFF2-40B4-BE49-F238E27FC236}">
                <a16:creationId xmlns:a16="http://schemas.microsoft.com/office/drawing/2014/main" id="{A0A62922-2661-4FB1-926B-1B60E2BAF0D2}"/>
              </a:ext>
            </a:extLst>
          </p:cNvPr>
          <p:cNvSpPr/>
          <p:nvPr/>
        </p:nvSpPr>
        <p:spPr>
          <a:xfrm>
            <a:off x="411400" y="5546259"/>
            <a:ext cx="1329602" cy="32217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>
                <a:latin typeface="Abadi" panose="020B0604020104020204" pitchFamily="34" charset="0"/>
              </a:rPr>
              <a:t>נאות שז"ר</a:t>
            </a:r>
          </a:p>
        </p:txBody>
      </p:sp>
      <p:sp>
        <p:nvSpPr>
          <p:cNvPr id="28" name="מלבן: פינות מעוגלות 27">
            <a:extLst>
              <a:ext uri="{FF2B5EF4-FFF2-40B4-BE49-F238E27FC236}">
                <a16:creationId xmlns:a16="http://schemas.microsoft.com/office/drawing/2014/main" id="{B1FFCC92-21A2-4CC9-A8A9-0FE67A0C4FA1}"/>
              </a:ext>
            </a:extLst>
          </p:cNvPr>
          <p:cNvSpPr/>
          <p:nvPr/>
        </p:nvSpPr>
        <p:spPr>
          <a:xfrm>
            <a:off x="411400" y="6006627"/>
            <a:ext cx="1333424" cy="32217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>
                <a:latin typeface="Abadi" panose="020B0604020104020204" pitchFamily="34" charset="0"/>
              </a:rPr>
              <a:t>ליפקין שחק</a:t>
            </a:r>
          </a:p>
        </p:txBody>
      </p:sp>
      <p:graphicFrame>
        <p:nvGraphicFramePr>
          <p:cNvPr id="3" name="דיאגרמה 2">
            <a:extLst>
              <a:ext uri="{FF2B5EF4-FFF2-40B4-BE49-F238E27FC236}">
                <a16:creationId xmlns:a16="http://schemas.microsoft.com/office/drawing/2014/main" id="{9E59ACF5-5135-4874-941C-3518588D48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6821168"/>
              </p:ext>
            </p:extLst>
          </p:nvPr>
        </p:nvGraphicFramePr>
        <p:xfrm>
          <a:off x="3483150" y="1475040"/>
          <a:ext cx="5410189" cy="3721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9" name="דיאגרמה 28">
            <a:extLst>
              <a:ext uri="{FF2B5EF4-FFF2-40B4-BE49-F238E27FC236}">
                <a16:creationId xmlns:a16="http://schemas.microsoft.com/office/drawing/2014/main" id="{254A3AE4-AB58-478A-A23C-68F717DFE7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557160"/>
              </p:ext>
            </p:extLst>
          </p:nvPr>
        </p:nvGraphicFramePr>
        <p:xfrm>
          <a:off x="-914006" y="1427406"/>
          <a:ext cx="5410189" cy="3721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0" name="Google Shape;94;p17">
            <a:extLst>
              <a:ext uri="{FF2B5EF4-FFF2-40B4-BE49-F238E27FC236}">
                <a16:creationId xmlns:a16="http://schemas.microsoft.com/office/drawing/2014/main" id="{38DB084C-F239-43FC-83E2-E05BC1100334}"/>
              </a:ext>
            </a:extLst>
          </p:cNvPr>
          <p:cNvSpPr txBox="1">
            <a:spLocks/>
          </p:cNvSpPr>
          <p:nvPr/>
        </p:nvSpPr>
        <p:spPr>
          <a:xfrm>
            <a:off x="5256161" y="3824945"/>
            <a:ext cx="399108" cy="4571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25000" lnSpcReduction="20000"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br>
              <a:rPr lang="he-IL" sz="4300" b="1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900" dirty="0">
                <a:latin typeface="Calibri" panose="020F0502020204030204" pitchFamily="34" charset="0"/>
                <a:cs typeface="Calibri" panose="020F0502020204030204" pitchFamily="34" charset="0"/>
              </a:rPr>
              <a:t>נבון</a:t>
            </a: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Google Shape;94;p17">
            <a:extLst>
              <a:ext uri="{FF2B5EF4-FFF2-40B4-BE49-F238E27FC236}">
                <a16:creationId xmlns:a16="http://schemas.microsoft.com/office/drawing/2014/main" id="{2E770A74-0C5D-46A8-B2A9-248458F54131}"/>
              </a:ext>
            </a:extLst>
          </p:cNvPr>
          <p:cNvSpPr txBox="1">
            <a:spLocks/>
          </p:cNvSpPr>
          <p:nvPr/>
        </p:nvSpPr>
        <p:spPr>
          <a:xfrm>
            <a:off x="5090283" y="2889601"/>
            <a:ext cx="501297" cy="4571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25000" lnSpcReduction="20000"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br>
              <a:rPr lang="he-IL" sz="4300" b="1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900" dirty="0">
                <a:latin typeface="Calibri" panose="020F0502020204030204" pitchFamily="34" charset="0"/>
                <a:cs typeface="Calibri" panose="020F0502020204030204" pitchFamily="34" charset="0"/>
              </a:rPr>
              <a:t>שחקים</a:t>
            </a: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Google Shape;94;p17">
            <a:extLst>
              <a:ext uri="{FF2B5EF4-FFF2-40B4-BE49-F238E27FC236}">
                <a16:creationId xmlns:a16="http://schemas.microsoft.com/office/drawing/2014/main" id="{F300EB69-B994-4506-9CA9-0FBDB63CEC40}"/>
              </a:ext>
            </a:extLst>
          </p:cNvPr>
          <p:cNvSpPr txBox="1">
            <a:spLocks/>
          </p:cNvSpPr>
          <p:nvPr/>
        </p:nvSpPr>
        <p:spPr>
          <a:xfrm>
            <a:off x="6096000" y="2502814"/>
            <a:ext cx="573135" cy="4571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25000" lnSpcReduction="20000"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br>
              <a:rPr lang="he-IL" sz="4300" b="1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900" dirty="0">
                <a:latin typeface="Calibri" panose="020F0502020204030204" pitchFamily="34" charset="0"/>
                <a:cs typeface="Calibri" panose="020F0502020204030204" pitchFamily="34" charset="0"/>
              </a:rPr>
              <a:t>דמוקרטי</a:t>
            </a: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Google Shape;94;p17">
            <a:extLst>
              <a:ext uri="{FF2B5EF4-FFF2-40B4-BE49-F238E27FC236}">
                <a16:creationId xmlns:a16="http://schemas.microsoft.com/office/drawing/2014/main" id="{7EC53AA3-89FC-4EB9-8B9E-70013D03A95A}"/>
              </a:ext>
            </a:extLst>
          </p:cNvPr>
          <p:cNvSpPr txBox="1">
            <a:spLocks/>
          </p:cNvSpPr>
          <p:nvPr/>
        </p:nvSpPr>
        <p:spPr>
          <a:xfrm>
            <a:off x="7140470" y="2850351"/>
            <a:ext cx="573135" cy="4571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25000" lnSpcReduction="20000"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br>
              <a:rPr lang="he-IL" sz="4300" b="1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900" dirty="0">
                <a:latin typeface="Calibri" panose="020F0502020204030204" pitchFamily="34" charset="0"/>
                <a:cs typeface="Calibri" panose="020F0502020204030204" pitchFamily="34" charset="0"/>
              </a:rPr>
              <a:t>אורמת</a:t>
            </a: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Google Shape;94;p17">
            <a:extLst>
              <a:ext uri="{FF2B5EF4-FFF2-40B4-BE49-F238E27FC236}">
                <a16:creationId xmlns:a16="http://schemas.microsoft.com/office/drawing/2014/main" id="{E587D6DE-4B61-4837-A0A0-C65A66AC9488}"/>
              </a:ext>
            </a:extLst>
          </p:cNvPr>
          <p:cNvSpPr txBox="1">
            <a:spLocks/>
          </p:cNvSpPr>
          <p:nvPr/>
        </p:nvSpPr>
        <p:spPr>
          <a:xfrm>
            <a:off x="6996829" y="3939043"/>
            <a:ext cx="573135" cy="4571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25000" lnSpcReduction="20000"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br>
              <a:rPr lang="he-IL" sz="4300" b="1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900" dirty="0">
                <a:latin typeface="Calibri" panose="020F0502020204030204" pitchFamily="34" charset="0"/>
                <a:cs typeface="Calibri" panose="020F0502020204030204" pitchFamily="34" charset="0"/>
              </a:rPr>
              <a:t>עמית</a:t>
            </a: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Google Shape;94;p17">
            <a:extLst>
              <a:ext uri="{FF2B5EF4-FFF2-40B4-BE49-F238E27FC236}">
                <a16:creationId xmlns:a16="http://schemas.microsoft.com/office/drawing/2014/main" id="{43710328-C43A-4159-A573-2989A2A8EA0E}"/>
              </a:ext>
            </a:extLst>
          </p:cNvPr>
          <p:cNvSpPr txBox="1">
            <a:spLocks/>
          </p:cNvSpPr>
          <p:nvPr/>
        </p:nvSpPr>
        <p:spPr>
          <a:xfrm>
            <a:off x="6077410" y="4285857"/>
            <a:ext cx="573135" cy="4571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25000" lnSpcReduction="20000"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br>
              <a:rPr lang="he-IL" sz="4300" b="1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900" dirty="0" err="1">
                <a:latin typeface="Calibri" panose="020F0502020204030204" pitchFamily="34" charset="0"/>
                <a:cs typeface="Calibri" panose="020F0502020204030204" pitchFamily="34" charset="0"/>
              </a:rPr>
              <a:t>גינסבורג</a:t>
            </a: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Google Shape;94;p17">
            <a:extLst>
              <a:ext uri="{FF2B5EF4-FFF2-40B4-BE49-F238E27FC236}">
                <a16:creationId xmlns:a16="http://schemas.microsoft.com/office/drawing/2014/main" id="{D5251FC0-2EA5-4B2B-868B-502A761504D8}"/>
              </a:ext>
            </a:extLst>
          </p:cNvPr>
          <p:cNvSpPr txBox="1">
            <a:spLocks/>
          </p:cNvSpPr>
          <p:nvPr/>
        </p:nvSpPr>
        <p:spPr>
          <a:xfrm>
            <a:off x="1768454" y="2458242"/>
            <a:ext cx="573135" cy="4571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25000" lnSpcReduction="20000"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br>
              <a:rPr lang="he-IL" sz="4300" b="1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900" dirty="0">
                <a:latin typeface="Calibri" panose="020F0502020204030204" pitchFamily="34" charset="0"/>
                <a:cs typeface="Calibri" panose="020F0502020204030204" pitchFamily="34" charset="0"/>
              </a:rPr>
              <a:t>דמוקרטי</a:t>
            </a: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Google Shape;94;p17">
            <a:extLst>
              <a:ext uri="{FF2B5EF4-FFF2-40B4-BE49-F238E27FC236}">
                <a16:creationId xmlns:a16="http://schemas.microsoft.com/office/drawing/2014/main" id="{DE0FE512-256D-4A31-9205-F1CE8C87B7B5}"/>
              </a:ext>
            </a:extLst>
          </p:cNvPr>
          <p:cNvSpPr txBox="1">
            <a:spLocks/>
          </p:cNvSpPr>
          <p:nvPr/>
        </p:nvSpPr>
        <p:spPr>
          <a:xfrm>
            <a:off x="678125" y="2857056"/>
            <a:ext cx="501297" cy="4571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25000" lnSpcReduction="20000"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br>
              <a:rPr lang="he-IL" sz="4300" b="1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900" dirty="0">
                <a:latin typeface="Calibri" panose="020F0502020204030204" pitchFamily="34" charset="0"/>
                <a:cs typeface="Calibri" panose="020F0502020204030204" pitchFamily="34" charset="0"/>
              </a:rPr>
              <a:t>שחקים</a:t>
            </a: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Google Shape;94;p17">
            <a:extLst>
              <a:ext uri="{FF2B5EF4-FFF2-40B4-BE49-F238E27FC236}">
                <a16:creationId xmlns:a16="http://schemas.microsoft.com/office/drawing/2014/main" id="{4B0EF3FA-82F4-4306-8FE0-B70C9B056F0B}"/>
              </a:ext>
            </a:extLst>
          </p:cNvPr>
          <p:cNvSpPr txBox="1">
            <a:spLocks/>
          </p:cNvSpPr>
          <p:nvPr/>
        </p:nvSpPr>
        <p:spPr>
          <a:xfrm>
            <a:off x="876647" y="3779226"/>
            <a:ext cx="399108" cy="4571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25000" lnSpcReduction="20000"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br>
              <a:rPr lang="he-IL" sz="4300" b="1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900" dirty="0">
                <a:latin typeface="Calibri" panose="020F0502020204030204" pitchFamily="34" charset="0"/>
                <a:cs typeface="Calibri" panose="020F0502020204030204" pitchFamily="34" charset="0"/>
              </a:rPr>
              <a:t>נבון</a:t>
            </a: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Google Shape;94;p17">
            <a:extLst>
              <a:ext uri="{FF2B5EF4-FFF2-40B4-BE49-F238E27FC236}">
                <a16:creationId xmlns:a16="http://schemas.microsoft.com/office/drawing/2014/main" id="{CEECF351-1507-41BD-9959-DE59C4988F8B}"/>
              </a:ext>
            </a:extLst>
          </p:cNvPr>
          <p:cNvSpPr txBox="1">
            <a:spLocks/>
          </p:cNvSpPr>
          <p:nvPr/>
        </p:nvSpPr>
        <p:spPr>
          <a:xfrm>
            <a:off x="1725316" y="4272026"/>
            <a:ext cx="573135" cy="4571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25000" lnSpcReduction="20000"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br>
              <a:rPr lang="he-IL" sz="4300" b="1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900" dirty="0" err="1">
                <a:latin typeface="Calibri" panose="020F0502020204030204" pitchFamily="34" charset="0"/>
                <a:cs typeface="Calibri" panose="020F0502020204030204" pitchFamily="34" charset="0"/>
              </a:rPr>
              <a:t>גינסבורג</a:t>
            </a: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Google Shape;94;p17">
            <a:extLst>
              <a:ext uri="{FF2B5EF4-FFF2-40B4-BE49-F238E27FC236}">
                <a16:creationId xmlns:a16="http://schemas.microsoft.com/office/drawing/2014/main" id="{33CBBDE6-93B5-45AB-97F8-2EE2B0BE2DA9}"/>
              </a:ext>
            </a:extLst>
          </p:cNvPr>
          <p:cNvSpPr txBox="1">
            <a:spLocks/>
          </p:cNvSpPr>
          <p:nvPr/>
        </p:nvSpPr>
        <p:spPr>
          <a:xfrm>
            <a:off x="2601928" y="3929428"/>
            <a:ext cx="573135" cy="4571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25000" lnSpcReduction="20000"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br>
              <a:rPr lang="he-IL" sz="4300" b="1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900" dirty="0">
                <a:latin typeface="Calibri" panose="020F0502020204030204" pitchFamily="34" charset="0"/>
                <a:cs typeface="Calibri" panose="020F0502020204030204" pitchFamily="34" charset="0"/>
              </a:rPr>
              <a:t>עמית</a:t>
            </a: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Google Shape;94;p17">
            <a:extLst>
              <a:ext uri="{FF2B5EF4-FFF2-40B4-BE49-F238E27FC236}">
                <a16:creationId xmlns:a16="http://schemas.microsoft.com/office/drawing/2014/main" id="{2C40968B-2EA5-4BA5-A9CD-A332CA99EBB0}"/>
              </a:ext>
            </a:extLst>
          </p:cNvPr>
          <p:cNvSpPr txBox="1">
            <a:spLocks/>
          </p:cNvSpPr>
          <p:nvPr/>
        </p:nvSpPr>
        <p:spPr>
          <a:xfrm>
            <a:off x="2728312" y="2827491"/>
            <a:ext cx="573135" cy="4571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25000" lnSpcReduction="20000"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br>
              <a:rPr lang="he-IL" sz="4300" b="1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2900" dirty="0">
                <a:latin typeface="Calibri" panose="020F0502020204030204" pitchFamily="34" charset="0"/>
                <a:cs typeface="Calibri" panose="020F0502020204030204" pitchFamily="34" charset="0"/>
              </a:rPr>
              <a:t>אורמת</a:t>
            </a: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49CF3F44-4D02-4804-8318-5447D1F292E6}"/>
              </a:ext>
            </a:extLst>
          </p:cNvPr>
          <p:cNvSpPr/>
          <p:nvPr/>
        </p:nvSpPr>
        <p:spPr>
          <a:xfrm>
            <a:off x="8425939" y="701481"/>
            <a:ext cx="3659618" cy="11916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46" name="מלבן 45">
            <a:extLst>
              <a:ext uri="{FF2B5EF4-FFF2-40B4-BE49-F238E27FC236}">
                <a16:creationId xmlns:a16="http://schemas.microsoft.com/office/drawing/2014/main" id="{56243818-A4AE-4444-A56F-4E64E64EE66C}"/>
              </a:ext>
            </a:extLst>
          </p:cNvPr>
          <p:cNvSpPr/>
          <p:nvPr/>
        </p:nvSpPr>
        <p:spPr>
          <a:xfrm>
            <a:off x="8425939" y="2080115"/>
            <a:ext cx="3659618" cy="20034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47" name="מלבן 46">
            <a:extLst>
              <a:ext uri="{FF2B5EF4-FFF2-40B4-BE49-F238E27FC236}">
                <a16:creationId xmlns:a16="http://schemas.microsoft.com/office/drawing/2014/main" id="{4DA9BE1C-A927-42C6-B60E-9AA40584EBA5}"/>
              </a:ext>
            </a:extLst>
          </p:cNvPr>
          <p:cNvSpPr/>
          <p:nvPr/>
        </p:nvSpPr>
        <p:spPr>
          <a:xfrm>
            <a:off x="8425939" y="4382649"/>
            <a:ext cx="3659618" cy="21741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45" name="AutoShape 4" descr="לוגו">
            <a:extLst>
              <a:ext uri="{FF2B5EF4-FFF2-40B4-BE49-F238E27FC236}">
                <a16:creationId xmlns:a16="http://schemas.microsoft.com/office/drawing/2014/main" id="{C73B9976-9CF1-43BD-AF4C-F898B93D65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08348" y="508855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51" name="AutoShape 12" descr="לוגו">
            <a:extLst>
              <a:ext uri="{FF2B5EF4-FFF2-40B4-BE49-F238E27FC236}">
                <a16:creationId xmlns:a16="http://schemas.microsoft.com/office/drawing/2014/main" id="{B0BA8954-E512-4441-9510-437C82C2D4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80679" y="511450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6158" name="Picture 14" descr="רשת המתנסים יבנה">
            <a:extLst>
              <a:ext uri="{FF2B5EF4-FFF2-40B4-BE49-F238E27FC236}">
                <a16:creationId xmlns:a16="http://schemas.microsoft.com/office/drawing/2014/main" id="{85BC2997-4C13-4B80-88C6-D422F90F8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105" y="4865961"/>
            <a:ext cx="542388" cy="54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מלבן 54">
            <a:extLst>
              <a:ext uri="{FF2B5EF4-FFF2-40B4-BE49-F238E27FC236}">
                <a16:creationId xmlns:a16="http://schemas.microsoft.com/office/drawing/2014/main" id="{44A0EE29-E1FD-4042-AC9F-CD59F435909B}"/>
              </a:ext>
            </a:extLst>
          </p:cNvPr>
          <p:cNvSpPr/>
          <p:nvPr/>
        </p:nvSpPr>
        <p:spPr>
          <a:xfrm>
            <a:off x="182087" y="4846685"/>
            <a:ext cx="4026019" cy="15463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53" name="תמונה 52">
            <a:extLst>
              <a:ext uri="{FF2B5EF4-FFF2-40B4-BE49-F238E27FC236}">
                <a16:creationId xmlns:a16="http://schemas.microsoft.com/office/drawing/2014/main" id="{13D8611A-0821-4B71-B550-E25CC672B9B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2654" y="4448644"/>
            <a:ext cx="1176248" cy="1215385"/>
          </a:xfrm>
          <a:prstGeom prst="rect">
            <a:avLst/>
          </a:prstGeom>
        </p:spPr>
      </p:pic>
      <p:sp>
        <p:nvSpPr>
          <p:cNvPr id="48" name="Google Shape;94;p17">
            <a:extLst>
              <a:ext uri="{FF2B5EF4-FFF2-40B4-BE49-F238E27FC236}">
                <a16:creationId xmlns:a16="http://schemas.microsoft.com/office/drawing/2014/main" id="{FAA9CF03-0CE0-420A-ABC6-6FC4C55B309F}"/>
              </a:ext>
            </a:extLst>
          </p:cNvPr>
          <p:cNvSpPr txBox="1">
            <a:spLocks/>
          </p:cNvSpPr>
          <p:nvPr/>
        </p:nvSpPr>
        <p:spPr>
          <a:xfrm>
            <a:off x="267778" y="4472882"/>
            <a:ext cx="8428800" cy="847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r>
              <a:rPr lang="he-IL" sz="1800" b="1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תשתית </a:t>
            </a:r>
            <a:endParaRPr lang="en-US" sz="1800" b="1" i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מלבן 55">
            <a:extLst>
              <a:ext uri="{FF2B5EF4-FFF2-40B4-BE49-F238E27FC236}">
                <a16:creationId xmlns:a16="http://schemas.microsoft.com/office/drawing/2014/main" id="{D687743B-6E7D-4209-A350-28B9882FFC37}"/>
              </a:ext>
            </a:extLst>
          </p:cNvPr>
          <p:cNvSpPr/>
          <p:nvPr/>
        </p:nvSpPr>
        <p:spPr>
          <a:xfrm>
            <a:off x="99406" y="694413"/>
            <a:ext cx="8255375" cy="8501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br>
              <a:rPr lang="en-US" sz="1400" dirty="0">
                <a:solidFill>
                  <a:schemeClr val="tx1"/>
                </a:solidFill>
              </a:rPr>
            </a:br>
            <a:r>
              <a:rPr lang="he-IL" sz="1500" b="1" dirty="0">
                <a:solidFill>
                  <a:schemeClr val="tx1"/>
                </a:solidFill>
              </a:rPr>
              <a:t>חברי קבוצה </a:t>
            </a:r>
            <a:r>
              <a:rPr lang="he-IL" sz="1500" dirty="0">
                <a:solidFill>
                  <a:schemeClr val="tx1"/>
                </a:solidFill>
              </a:rPr>
              <a:t>- בכל בית ספר </a:t>
            </a:r>
            <a:r>
              <a:rPr lang="he-IL" sz="1500" u="sng" dirty="0">
                <a:solidFill>
                  <a:schemeClr val="tx1"/>
                </a:solidFill>
              </a:rPr>
              <a:t>על יסודי  ביבנה </a:t>
            </a:r>
            <a:r>
              <a:rPr lang="he-IL" sz="1500" dirty="0">
                <a:solidFill>
                  <a:schemeClr val="tx1"/>
                </a:solidFill>
              </a:rPr>
              <a:t>תהיה לפחות נבחרת אחת </a:t>
            </a:r>
            <a:r>
              <a:rPr lang="en-US" sz="1500" dirty="0">
                <a:solidFill>
                  <a:schemeClr val="tx1"/>
                </a:solidFill>
              </a:rPr>
              <a:t>FLL/FTC/FRC</a:t>
            </a:r>
            <a:r>
              <a:rPr lang="he-IL" sz="1500" dirty="0">
                <a:solidFill>
                  <a:schemeClr val="tx1"/>
                </a:solidFill>
              </a:rPr>
              <a:t> </a:t>
            </a:r>
            <a:br>
              <a:rPr lang="en-US" sz="1500" dirty="0">
                <a:solidFill>
                  <a:schemeClr val="tx1"/>
                </a:solidFill>
              </a:rPr>
            </a:br>
            <a:r>
              <a:rPr lang="he-IL" sz="1500" dirty="0">
                <a:solidFill>
                  <a:schemeClr val="tx1"/>
                </a:solidFill>
              </a:rPr>
              <a:t>כל בני נוער בעיר שלא שייכים לקבוצות רובוטיקה אך הוכשרו והוסמכו לכך </a:t>
            </a:r>
          </a:p>
        </p:txBody>
      </p:sp>
      <p:sp>
        <p:nvSpPr>
          <p:cNvPr id="57" name="Google Shape;94;p17">
            <a:extLst>
              <a:ext uri="{FF2B5EF4-FFF2-40B4-BE49-F238E27FC236}">
                <a16:creationId xmlns:a16="http://schemas.microsoft.com/office/drawing/2014/main" id="{B6DF6610-170A-4A68-B28F-73ED452DAF76}"/>
              </a:ext>
            </a:extLst>
          </p:cNvPr>
          <p:cNvSpPr txBox="1">
            <a:spLocks/>
          </p:cNvSpPr>
          <p:nvPr/>
        </p:nvSpPr>
        <p:spPr>
          <a:xfrm>
            <a:off x="189842" y="1523522"/>
            <a:ext cx="8428800" cy="847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r>
              <a:rPr lang="he-IL" sz="1800" b="1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פעילות עירונית</a:t>
            </a:r>
            <a:endParaRPr lang="en-US" sz="1800" b="1" i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Google Shape;94;p17">
            <a:extLst>
              <a:ext uri="{FF2B5EF4-FFF2-40B4-BE49-F238E27FC236}">
                <a16:creationId xmlns:a16="http://schemas.microsoft.com/office/drawing/2014/main" id="{20817E16-BD64-47C0-B751-4E5BDD064BAF}"/>
              </a:ext>
            </a:extLst>
          </p:cNvPr>
          <p:cNvSpPr txBox="1">
            <a:spLocks/>
          </p:cNvSpPr>
          <p:nvPr/>
        </p:nvSpPr>
        <p:spPr>
          <a:xfrm>
            <a:off x="225363" y="567968"/>
            <a:ext cx="8428800" cy="847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>
            <a:lvl1pPr lvl="0" algn="r" defTabSz="914400" rtl="1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r>
              <a:rPr lang="he-IL" sz="1800" b="1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שייכות לתנועה</a:t>
            </a:r>
            <a:endParaRPr lang="en-US" sz="1800" b="1" i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מלבן: פינות מעוגלות 58">
            <a:extLst>
              <a:ext uri="{FF2B5EF4-FFF2-40B4-BE49-F238E27FC236}">
                <a16:creationId xmlns:a16="http://schemas.microsoft.com/office/drawing/2014/main" id="{0D1915F7-BB90-41C2-BBD1-A5FE7A79E851}"/>
              </a:ext>
            </a:extLst>
          </p:cNvPr>
          <p:cNvSpPr/>
          <p:nvPr/>
        </p:nvSpPr>
        <p:spPr>
          <a:xfrm>
            <a:off x="7081271" y="5664029"/>
            <a:ext cx="1104731" cy="34259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>
                <a:latin typeface="Abadi" panose="020B0604020104020204" pitchFamily="34" charset="0"/>
              </a:rPr>
              <a:t>מהנדס ראשי</a:t>
            </a:r>
          </a:p>
        </p:txBody>
      </p:sp>
      <p:sp>
        <p:nvSpPr>
          <p:cNvPr id="60" name="מלבן: פינות מעוגלות 59">
            <a:extLst>
              <a:ext uri="{FF2B5EF4-FFF2-40B4-BE49-F238E27FC236}">
                <a16:creationId xmlns:a16="http://schemas.microsoft.com/office/drawing/2014/main" id="{2F6D5E02-941A-4711-8563-49BBC4F73799}"/>
              </a:ext>
            </a:extLst>
          </p:cNvPr>
          <p:cNvSpPr/>
          <p:nvPr/>
        </p:nvSpPr>
        <p:spPr>
          <a:xfrm>
            <a:off x="5856435" y="5672603"/>
            <a:ext cx="1104731" cy="34259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>
                <a:latin typeface="Abadi" panose="020B0604020104020204" pitchFamily="34" charset="0"/>
              </a:rPr>
              <a:t>מדריך ראשי</a:t>
            </a:r>
          </a:p>
        </p:txBody>
      </p:sp>
      <p:sp>
        <p:nvSpPr>
          <p:cNvPr id="61" name="מלבן: פינות מעוגלות 60">
            <a:extLst>
              <a:ext uri="{FF2B5EF4-FFF2-40B4-BE49-F238E27FC236}">
                <a16:creationId xmlns:a16="http://schemas.microsoft.com/office/drawing/2014/main" id="{9A325BDF-D8DD-4238-B285-A1F1AAA511F7}"/>
              </a:ext>
            </a:extLst>
          </p:cNvPr>
          <p:cNvSpPr/>
          <p:nvPr/>
        </p:nvSpPr>
        <p:spPr>
          <a:xfrm>
            <a:off x="4657800" y="5664029"/>
            <a:ext cx="1104731" cy="34259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>
                <a:latin typeface="Abadi" panose="020B0604020104020204" pitchFamily="34" charset="0"/>
              </a:rPr>
              <a:t>רכז קהילה</a:t>
            </a:r>
          </a:p>
        </p:txBody>
      </p:sp>
    </p:spTree>
    <p:extLst>
      <p:ext uri="{BB962C8B-B14F-4D97-AF65-F5344CB8AC3E}">
        <p14:creationId xmlns:p14="http://schemas.microsoft.com/office/powerpoint/2010/main" val="249513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39313</TotalTime>
  <Words>219</Words>
  <Application>Microsoft Office PowerPoint</Application>
  <PresentationFormat>מסך רחב</PresentationFormat>
  <Paragraphs>50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9" baseType="lpstr">
      <vt:lpstr>Abadi</vt:lpstr>
      <vt:lpstr>Arial</vt:lpstr>
      <vt:lpstr>Calibri</vt:lpstr>
      <vt:lpstr>Calibri Light</vt:lpstr>
      <vt:lpstr>Heebo</vt:lpstr>
      <vt:lpstr>Helvetica Neue</vt:lpstr>
      <vt:lpstr>Times New Roman</vt:lpstr>
      <vt:lpstr>ערכת נושא Office</vt:lpstr>
      <vt:lpstr>תנועת הנוערYAVNE  FIRST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יניב כחלון</dc:creator>
  <cp:lastModifiedBy>Teacher</cp:lastModifiedBy>
  <cp:revision>46</cp:revision>
  <dcterms:created xsi:type="dcterms:W3CDTF">2026-04-30T15:01:23Z</dcterms:created>
  <dcterms:modified xsi:type="dcterms:W3CDTF">2026-06-23T13:48:53Z</dcterms:modified>
</cp:coreProperties>
</file>